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entation.xml" ContentType="application/vnd.openxmlformats-officedocument.presentationml.presentation.main+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7.xml" ContentType="application/vnd.openxmlformats-officedocument.presentationml.notes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23.xml" ContentType="application/vnd.openxmlformats-officedocument.presentationml.notesSlide+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theme/theme1.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viewProps.xml" ContentType="application/vnd.openxmlformats-officedocument.presentationml.viewProps+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
  </p:notesMasterIdLst>
  <p:sldIdLst>
    <p:sldId id="257" r:id="rId2"/>
    <p:sldId id="314" r:id="rId3"/>
    <p:sldId id="316" r:id="rId4"/>
    <p:sldId id="315" r:id="rId5"/>
    <p:sldId id="319" r:id="rId6"/>
    <p:sldId id="317" r:id="rId7"/>
    <p:sldId id="318" r:id="rId8"/>
    <p:sldId id="320" r:id="rId9"/>
    <p:sldId id="336" r:id="rId10"/>
    <p:sldId id="335" r:id="rId11"/>
    <p:sldId id="337" r:id="rId12"/>
    <p:sldId id="338" r:id="rId13"/>
    <p:sldId id="339" r:id="rId14"/>
    <p:sldId id="341" r:id="rId15"/>
    <p:sldId id="340" r:id="rId16"/>
    <p:sldId id="349" r:id="rId17"/>
    <p:sldId id="346" r:id="rId18"/>
    <p:sldId id="343" r:id="rId19"/>
    <p:sldId id="342" r:id="rId20"/>
    <p:sldId id="347" r:id="rId21"/>
    <p:sldId id="344" r:id="rId22"/>
    <p:sldId id="345" r:id="rId23"/>
    <p:sldId id="348"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B5FF2ED-5567-445A-B3E0-3393544B04A6}" v="675" dt="2022-05-11T04:00:20.33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93" autoAdjust="0"/>
    <p:restoredTop sz="94137" autoAdjust="0"/>
  </p:normalViewPr>
  <p:slideViewPr>
    <p:cSldViewPr snapToGrid="0">
      <p:cViewPr varScale="1">
        <p:scale>
          <a:sx n="77" d="100"/>
          <a:sy n="77" d="100"/>
        </p:scale>
        <p:origin x="89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3" Type="http://schemas.openxmlformats.org/officeDocument/2006/relationships/customXml" Target="../customXml/item3.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customXml" Target="../customXml/item2.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customXml" Target="../customXml/item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5/10/relationships/revisionInfo" Target="revisionInfo.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H"/>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666E1FD-E7A0-497B-BBC0-740BAAC97C64}" type="datetimeFigureOut">
              <a:rPr lang="en-PH" smtClean="0"/>
              <a:t>18/04/2024</a:t>
            </a:fld>
            <a:endParaRPr lang="en-PH"/>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H"/>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H"/>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E90CCE9-4AAE-4E1F-85AD-521A406D6524}" type="slidenum">
              <a:rPr lang="en-PH" smtClean="0"/>
              <a:t>‹#›</a:t>
            </a:fld>
            <a:endParaRPr lang="en-PH"/>
          </a:p>
        </p:txBody>
      </p:sp>
    </p:spTree>
    <p:extLst>
      <p:ext uri="{BB962C8B-B14F-4D97-AF65-F5344CB8AC3E}">
        <p14:creationId xmlns:p14="http://schemas.microsoft.com/office/powerpoint/2010/main" val="15598555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FE90CCE9-4AAE-4E1F-85AD-521A406D6524}" type="slidenum">
              <a:rPr lang="en-PH" smtClean="0"/>
              <a:t>1</a:t>
            </a:fld>
            <a:endParaRPr lang="en-PH"/>
          </a:p>
        </p:txBody>
      </p:sp>
    </p:spTree>
    <p:extLst>
      <p:ext uri="{BB962C8B-B14F-4D97-AF65-F5344CB8AC3E}">
        <p14:creationId xmlns:p14="http://schemas.microsoft.com/office/powerpoint/2010/main" val="13388403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FE90CCE9-4AAE-4E1F-85AD-521A406D6524}" type="slidenum">
              <a:rPr lang="en-PH" smtClean="0"/>
              <a:t>2</a:t>
            </a:fld>
            <a:endParaRPr lang="en-PH"/>
          </a:p>
        </p:txBody>
      </p:sp>
    </p:spTree>
    <p:extLst>
      <p:ext uri="{BB962C8B-B14F-4D97-AF65-F5344CB8AC3E}">
        <p14:creationId xmlns:p14="http://schemas.microsoft.com/office/powerpoint/2010/main" val="42352515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FE90CCE9-4AAE-4E1F-85AD-521A406D6524}" type="slidenum">
              <a:rPr lang="en-PH" smtClean="0"/>
              <a:t>3</a:t>
            </a:fld>
            <a:endParaRPr lang="en-PH"/>
          </a:p>
        </p:txBody>
      </p:sp>
    </p:spTree>
    <p:extLst>
      <p:ext uri="{BB962C8B-B14F-4D97-AF65-F5344CB8AC3E}">
        <p14:creationId xmlns:p14="http://schemas.microsoft.com/office/powerpoint/2010/main" val="27585733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FE90CCE9-4AAE-4E1F-85AD-521A406D6524}" type="slidenum">
              <a:rPr lang="en-PH" smtClean="0"/>
              <a:t>4</a:t>
            </a:fld>
            <a:endParaRPr lang="en-PH"/>
          </a:p>
        </p:txBody>
      </p:sp>
    </p:spTree>
    <p:extLst>
      <p:ext uri="{BB962C8B-B14F-4D97-AF65-F5344CB8AC3E}">
        <p14:creationId xmlns:p14="http://schemas.microsoft.com/office/powerpoint/2010/main" val="3298652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FE90CCE9-4AAE-4E1F-85AD-521A406D6524}" type="slidenum">
              <a:rPr lang="en-PH" smtClean="0"/>
              <a:t>5</a:t>
            </a:fld>
            <a:endParaRPr lang="en-PH"/>
          </a:p>
        </p:txBody>
      </p:sp>
    </p:spTree>
    <p:extLst>
      <p:ext uri="{BB962C8B-B14F-4D97-AF65-F5344CB8AC3E}">
        <p14:creationId xmlns:p14="http://schemas.microsoft.com/office/powerpoint/2010/main" val="34565568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FE90CCE9-4AAE-4E1F-85AD-521A406D6524}" type="slidenum">
              <a:rPr lang="en-PH" smtClean="0"/>
              <a:t>6</a:t>
            </a:fld>
            <a:endParaRPr lang="en-PH"/>
          </a:p>
        </p:txBody>
      </p:sp>
    </p:spTree>
    <p:extLst>
      <p:ext uri="{BB962C8B-B14F-4D97-AF65-F5344CB8AC3E}">
        <p14:creationId xmlns:p14="http://schemas.microsoft.com/office/powerpoint/2010/main" val="26886066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FE90CCE9-4AAE-4E1F-85AD-521A406D6524}" type="slidenum">
              <a:rPr lang="en-PH" smtClean="0"/>
              <a:t>7</a:t>
            </a:fld>
            <a:endParaRPr lang="en-PH"/>
          </a:p>
        </p:txBody>
      </p:sp>
    </p:spTree>
    <p:extLst>
      <p:ext uri="{BB962C8B-B14F-4D97-AF65-F5344CB8AC3E}">
        <p14:creationId xmlns:p14="http://schemas.microsoft.com/office/powerpoint/2010/main" val="79778461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FE90CCE9-4AAE-4E1F-85AD-521A406D6524}" type="slidenum">
              <a:rPr lang="en-PH" smtClean="0"/>
              <a:t>8</a:t>
            </a:fld>
            <a:endParaRPr lang="en-PH"/>
          </a:p>
        </p:txBody>
      </p:sp>
    </p:spTree>
    <p:extLst>
      <p:ext uri="{BB962C8B-B14F-4D97-AF65-F5344CB8AC3E}">
        <p14:creationId xmlns:p14="http://schemas.microsoft.com/office/powerpoint/2010/main" val="13388403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FE90CCE9-4AAE-4E1F-85AD-521A406D6524}" type="slidenum">
              <a:rPr lang="en-PH" smtClean="0"/>
              <a:t>9</a:t>
            </a:fld>
            <a:endParaRPr lang="en-PH"/>
          </a:p>
        </p:txBody>
      </p:sp>
    </p:spTree>
    <p:extLst>
      <p:ext uri="{BB962C8B-B14F-4D97-AF65-F5344CB8AC3E}">
        <p14:creationId xmlns:p14="http://schemas.microsoft.com/office/powerpoint/2010/main" val="35072280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FE90CCE9-4AAE-4E1F-85AD-521A406D6524}" type="slidenum">
              <a:rPr lang="en-PH" smtClean="0"/>
              <a:t>10</a:t>
            </a:fld>
            <a:endParaRPr lang="en-PH"/>
          </a:p>
        </p:txBody>
      </p:sp>
    </p:spTree>
    <p:extLst>
      <p:ext uri="{BB962C8B-B14F-4D97-AF65-F5344CB8AC3E}">
        <p14:creationId xmlns:p14="http://schemas.microsoft.com/office/powerpoint/2010/main" val="37394180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FE90CCE9-4AAE-4E1F-85AD-521A406D6524}" type="slidenum">
              <a:rPr lang="en-PH" smtClean="0"/>
              <a:t>11</a:t>
            </a:fld>
            <a:endParaRPr lang="en-PH"/>
          </a:p>
        </p:txBody>
      </p:sp>
    </p:spTree>
    <p:extLst>
      <p:ext uri="{BB962C8B-B14F-4D97-AF65-F5344CB8AC3E}">
        <p14:creationId xmlns:p14="http://schemas.microsoft.com/office/powerpoint/2010/main" val="410263877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FE90CCE9-4AAE-4E1F-85AD-521A406D6524}" type="slidenum">
              <a:rPr lang="en-PH" smtClean="0"/>
              <a:t>12</a:t>
            </a:fld>
            <a:endParaRPr lang="en-PH"/>
          </a:p>
        </p:txBody>
      </p:sp>
    </p:spTree>
    <p:extLst>
      <p:ext uri="{BB962C8B-B14F-4D97-AF65-F5344CB8AC3E}">
        <p14:creationId xmlns:p14="http://schemas.microsoft.com/office/powerpoint/2010/main" val="263003124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FE90CCE9-4AAE-4E1F-85AD-521A406D6524}" type="slidenum">
              <a:rPr lang="en-PH" smtClean="0"/>
              <a:t>13</a:t>
            </a:fld>
            <a:endParaRPr lang="en-PH"/>
          </a:p>
        </p:txBody>
      </p:sp>
    </p:spTree>
    <p:extLst>
      <p:ext uri="{BB962C8B-B14F-4D97-AF65-F5344CB8AC3E}">
        <p14:creationId xmlns:p14="http://schemas.microsoft.com/office/powerpoint/2010/main" val="255089502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FE90CCE9-4AAE-4E1F-85AD-521A406D6524}" type="slidenum">
              <a:rPr lang="en-PH" smtClean="0"/>
              <a:t>14</a:t>
            </a:fld>
            <a:endParaRPr lang="en-PH"/>
          </a:p>
        </p:txBody>
      </p:sp>
    </p:spTree>
    <p:extLst>
      <p:ext uri="{BB962C8B-B14F-4D97-AF65-F5344CB8AC3E}">
        <p14:creationId xmlns:p14="http://schemas.microsoft.com/office/powerpoint/2010/main" val="204847643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FE90CCE9-4AAE-4E1F-85AD-521A406D6524}" type="slidenum">
              <a:rPr lang="en-PH" smtClean="0"/>
              <a:t>15</a:t>
            </a:fld>
            <a:endParaRPr lang="en-PH"/>
          </a:p>
        </p:txBody>
      </p:sp>
    </p:spTree>
    <p:extLst>
      <p:ext uri="{BB962C8B-B14F-4D97-AF65-F5344CB8AC3E}">
        <p14:creationId xmlns:p14="http://schemas.microsoft.com/office/powerpoint/2010/main" val="159753990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FE90CCE9-4AAE-4E1F-85AD-521A406D6524}" type="slidenum">
              <a:rPr lang="en-PH" smtClean="0"/>
              <a:t>16</a:t>
            </a:fld>
            <a:endParaRPr lang="en-PH"/>
          </a:p>
        </p:txBody>
      </p:sp>
    </p:spTree>
    <p:extLst>
      <p:ext uri="{BB962C8B-B14F-4D97-AF65-F5344CB8AC3E}">
        <p14:creationId xmlns:p14="http://schemas.microsoft.com/office/powerpoint/2010/main" val="429264073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FE90CCE9-4AAE-4E1F-85AD-521A406D6524}" type="slidenum">
              <a:rPr lang="en-PH" smtClean="0"/>
              <a:t>17</a:t>
            </a:fld>
            <a:endParaRPr lang="en-PH"/>
          </a:p>
        </p:txBody>
      </p:sp>
    </p:spTree>
    <p:extLst>
      <p:ext uri="{BB962C8B-B14F-4D97-AF65-F5344CB8AC3E}">
        <p14:creationId xmlns:p14="http://schemas.microsoft.com/office/powerpoint/2010/main" val="168534290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FE90CCE9-4AAE-4E1F-85AD-521A406D6524}" type="slidenum">
              <a:rPr lang="en-PH" smtClean="0"/>
              <a:t>18</a:t>
            </a:fld>
            <a:endParaRPr lang="en-PH"/>
          </a:p>
        </p:txBody>
      </p:sp>
    </p:spTree>
    <p:extLst>
      <p:ext uri="{BB962C8B-B14F-4D97-AF65-F5344CB8AC3E}">
        <p14:creationId xmlns:p14="http://schemas.microsoft.com/office/powerpoint/2010/main" val="206657581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FE90CCE9-4AAE-4E1F-85AD-521A406D6524}" type="slidenum">
              <a:rPr lang="en-PH" smtClean="0"/>
              <a:t>19</a:t>
            </a:fld>
            <a:endParaRPr lang="en-PH"/>
          </a:p>
        </p:txBody>
      </p:sp>
    </p:spTree>
    <p:extLst>
      <p:ext uri="{BB962C8B-B14F-4D97-AF65-F5344CB8AC3E}">
        <p14:creationId xmlns:p14="http://schemas.microsoft.com/office/powerpoint/2010/main" val="378449213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FE90CCE9-4AAE-4E1F-85AD-521A406D6524}" type="slidenum">
              <a:rPr lang="en-PH" smtClean="0"/>
              <a:t>20</a:t>
            </a:fld>
            <a:endParaRPr lang="en-PH"/>
          </a:p>
        </p:txBody>
      </p:sp>
    </p:spTree>
    <p:extLst>
      <p:ext uri="{BB962C8B-B14F-4D97-AF65-F5344CB8AC3E}">
        <p14:creationId xmlns:p14="http://schemas.microsoft.com/office/powerpoint/2010/main" val="345256708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FE90CCE9-4AAE-4E1F-85AD-521A406D6524}" type="slidenum">
              <a:rPr lang="en-PH" smtClean="0"/>
              <a:t>21</a:t>
            </a:fld>
            <a:endParaRPr lang="en-PH"/>
          </a:p>
        </p:txBody>
      </p:sp>
    </p:spTree>
    <p:extLst>
      <p:ext uri="{BB962C8B-B14F-4D97-AF65-F5344CB8AC3E}">
        <p14:creationId xmlns:p14="http://schemas.microsoft.com/office/powerpoint/2010/main" val="395097737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FE90CCE9-4AAE-4E1F-85AD-521A406D6524}" type="slidenum">
              <a:rPr lang="en-PH" smtClean="0"/>
              <a:t>22</a:t>
            </a:fld>
            <a:endParaRPr lang="en-PH"/>
          </a:p>
        </p:txBody>
      </p:sp>
    </p:spTree>
    <p:extLst>
      <p:ext uri="{BB962C8B-B14F-4D97-AF65-F5344CB8AC3E}">
        <p14:creationId xmlns:p14="http://schemas.microsoft.com/office/powerpoint/2010/main" val="89449839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FE90CCE9-4AAE-4E1F-85AD-521A406D6524}" type="slidenum">
              <a:rPr lang="en-PH" smtClean="0"/>
              <a:t>23</a:t>
            </a:fld>
            <a:endParaRPr lang="en-PH"/>
          </a:p>
        </p:txBody>
      </p:sp>
    </p:spTree>
    <p:extLst>
      <p:ext uri="{BB962C8B-B14F-4D97-AF65-F5344CB8AC3E}">
        <p14:creationId xmlns:p14="http://schemas.microsoft.com/office/powerpoint/2010/main" val="2470652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DB1E6E-2408-484E-8979-2DB96F2F8A0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PH"/>
          </a:p>
        </p:txBody>
      </p:sp>
      <p:sp>
        <p:nvSpPr>
          <p:cNvPr id="3" name="Subtitle 2">
            <a:extLst>
              <a:ext uri="{FF2B5EF4-FFF2-40B4-BE49-F238E27FC236}">
                <a16:creationId xmlns:a16="http://schemas.microsoft.com/office/drawing/2014/main" id="{C947B426-68B8-4CB7-871C-5CC84E86C6C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PH"/>
          </a:p>
        </p:txBody>
      </p:sp>
      <p:sp>
        <p:nvSpPr>
          <p:cNvPr id="4" name="Date Placeholder 3">
            <a:extLst>
              <a:ext uri="{FF2B5EF4-FFF2-40B4-BE49-F238E27FC236}">
                <a16:creationId xmlns:a16="http://schemas.microsoft.com/office/drawing/2014/main" id="{37352935-9451-4839-96FB-E9A8FCCD6D96}"/>
              </a:ext>
            </a:extLst>
          </p:cNvPr>
          <p:cNvSpPr>
            <a:spLocks noGrp="1"/>
          </p:cNvSpPr>
          <p:nvPr>
            <p:ph type="dt" sz="half" idx="10"/>
          </p:nvPr>
        </p:nvSpPr>
        <p:spPr/>
        <p:txBody>
          <a:bodyPr/>
          <a:lstStyle/>
          <a:p>
            <a:fld id="{0CCF0B81-6BD8-4C65-9459-815598C5F1F4}" type="datetimeFigureOut">
              <a:rPr lang="en-PH" smtClean="0"/>
              <a:t>18/04/2024</a:t>
            </a:fld>
            <a:endParaRPr lang="en-PH"/>
          </a:p>
        </p:txBody>
      </p:sp>
      <p:sp>
        <p:nvSpPr>
          <p:cNvPr id="5" name="Footer Placeholder 4">
            <a:extLst>
              <a:ext uri="{FF2B5EF4-FFF2-40B4-BE49-F238E27FC236}">
                <a16:creationId xmlns:a16="http://schemas.microsoft.com/office/drawing/2014/main" id="{B468F784-7AF5-4560-BEFA-8C8096530B52}"/>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43498F6B-191E-4E4B-BE34-C7613712597C}"/>
              </a:ext>
            </a:extLst>
          </p:cNvPr>
          <p:cNvSpPr>
            <a:spLocks noGrp="1"/>
          </p:cNvSpPr>
          <p:nvPr>
            <p:ph type="sldNum" sz="quarter" idx="12"/>
          </p:nvPr>
        </p:nvSpPr>
        <p:spPr/>
        <p:txBody>
          <a:bodyPr/>
          <a:lstStyle/>
          <a:p>
            <a:fld id="{A2E55236-52B9-4157-99EF-C477DAF2F554}" type="slidenum">
              <a:rPr lang="en-PH" smtClean="0"/>
              <a:t>‹#›</a:t>
            </a:fld>
            <a:endParaRPr lang="en-PH"/>
          </a:p>
        </p:txBody>
      </p:sp>
    </p:spTree>
    <p:extLst>
      <p:ext uri="{BB962C8B-B14F-4D97-AF65-F5344CB8AC3E}">
        <p14:creationId xmlns:p14="http://schemas.microsoft.com/office/powerpoint/2010/main" val="21319347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687643-F5D7-48E2-ADAB-95C74CECF06D}"/>
              </a:ext>
            </a:extLst>
          </p:cNvPr>
          <p:cNvSpPr>
            <a:spLocks noGrp="1"/>
          </p:cNvSpPr>
          <p:nvPr>
            <p:ph type="title"/>
          </p:nvPr>
        </p:nvSpPr>
        <p:spPr/>
        <p:txBody>
          <a:bodyPr/>
          <a:lstStyle/>
          <a:p>
            <a:r>
              <a:rPr lang="en-US"/>
              <a:t>Click to edit Master title style</a:t>
            </a:r>
            <a:endParaRPr lang="en-PH"/>
          </a:p>
        </p:txBody>
      </p:sp>
      <p:sp>
        <p:nvSpPr>
          <p:cNvPr id="3" name="Content Placeholder 2">
            <a:extLst>
              <a:ext uri="{FF2B5EF4-FFF2-40B4-BE49-F238E27FC236}">
                <a16:creationId xmlns:a16="http://schemas.microsoft.com/office/drawing/2014/main" id="{300FC6CC-B49B-452C-8E9C-808488E73C0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a:extLst>
              <a:ext uri="{FF2B5EF4-FFF2-40B4-BE49-F238E27FC236}">
                <a16:creationId xmlns:a16="http://schemas.microsoft.com/office/drawing/2014/main" id="{42CBF4EE-800F-479B-9D99-FD0B990C4D09}"/>
              </a:ext>
            </a:extLst>
          </p:cNvPr>
          <p:cNvSpPr>
            <a:spLocks noGrp="1"/>
          </p:cNvSpPr>
          <p:nvPr>
            <p:ph type="dt" sz="half" idx="10"/>
          </p:nvPr>
        </p:nvSpPr>
        <p:spPr/>
        <p:txBody>
          <a:bodyPr/>
          <a:lstStyle/>
          <a:p>
            <a:fld id="{0CCF0B81-6BD8-4C65-9459-815598C5F1F4}" type="datetimeFigureOut">
              <a:rPr lang="en-PH" smtClean="0"/>
              <a:t>18/04/2024</a:t>
            </a:fld>
            <a:endParaRPr lang="en-PH"/>
          </a:p>
        </p:txBody>
      </p:sp>
      <p:sp>
        <p:nvSpPr>
          <p:cNvPr id="5" name="Footer Placeholder 4">
            <a:extLst>
              <a:ext uri="{FF2B5EF4-FFF2-40B4-BE49-F238E27FC236}">
                <a16:creationId xmlns:a16="http://schemas.microsoft.com/office/drawing/2014/main" id="{ABA3E0ED-BABB-43F4-8ACF-6AB1C583C022}"/>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32B6B210-80B8-4EC4-A5DD-626DF33507CE}"/>
              </a:ext>
            </a:extLst>
          </p:cNvPr>
          <p:cNvSpPr>
            <a:spLocks noGrp="1"/>
          </p:cNvSpPr>
          <p:nvPr>
            <p:ph type="sldNum" sz="quarter" idx="12"/>
          </p:nvPr>
        </p:nvSpPr>
        <p:spPr/>
        <p:txBody>
          <a:bodyPr/>
          <a:lstStyle/>
          <a:p>
            <a:fld id="{A2E55236-52B9-4157-99EF-C477DAF2F554}" type="slidenum">
              <a:rPr lang="en-PH" smtClean="0"/>
              <a:t>‹#›</a:t>
            </a:fld>
            <a:endParaRPr lang="en-PH"/>
          </a:p>
        </p:txBody>
      </p:sp>
    </p:spTree>
    <p:extLst>
      <p:ext uri="{BB962C8B-B14F-4D97-AF65-F5344CB8AC3E}">
        <p14:creationId xmlns:p14="http://schemas.microsoft.com/office/powerpoint/2010/main" val="20896685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520E17-7239-452C-8B6C-2DE99BB75CB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PH"/>
          </a:p>
        </p:txBody>
      </p:sp>
      <p:sp>
        <p:nvSpPr>
          <p:cNvPr id="3" name="Text Placeholder 2">
            <a:extLst>
              <a:ext uri="{FF2B5EF4-FFF2-40B4-BE49-F238E27FC236}">
                <a16:creationId xmlns:a16="http://schemas.microsoft.com/office/drawing/2014/main" id="{C82621D8-37ED-476B-884F-26990A946C9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D2FE869-1B16-425A-9EFF-D1D147E64F8E}"/>
              </a:ext>
            </a:extLst>
          </p:cNvPr>
          <p:cNvSpPr>
            <a:spLocks noGrp="1"/>
          </p:cNvSpPr>
          <p:nvPr>
            <p:ph type="dt" sz="half" idx="10"/>
          </p:nvPr>
        </p:nvSpPr>
        <p:spPr/>
        <p:txBody>
          <a:bodyPr/>
          <a:lstStyle/>
          <a:p>
            <a:fld id="{0CCF0B81-6BD8-4C65-9459-815598C5F1F4}" type="datetimeFigureOut">
              <a:rPr lang="en-PH" smtClean="0"/>
              <a:t>18/04/2024</a:t>
            </a:fld>
            <a:endParaRPr lang="en-PH"/>
          </a:p>
        </p:txBody>
      </p:sp>
      <p:sp>
        <p:nvSpPr>
          <p:cNvPr id="5" name="Footer Placeholder 4">
            <a:extLst>
              <a:ext uri="{FF2B5EF4-FFF2-40B4-BE49-F238E27FC236}">
                <a16:creationId xmlns:a16="http://schemas.microsoft.com/office/drawing/2014/main" id="{FEB7772C-84B9-4CA4-BC65-3D41F9D331A0}"/>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E4F6E878-86EF-4ABF-A7AD-65B43A873D50}"/>
              </a:ext>
            </a:extLst>
          </p:cNvPr>
          <p:cNvSpPr>
            <a:spLocks noGrp="1"/>
          </p:cNvSpPr>
          <p:nvPr>
            <p:ph type="sldNum" sz="quarter" idx="12"/>
          </p:nvPr>
        </p:nvSpPr>
        <p:spPr/>
        <p:txBody>
          <a:bodyPr/>
          <a:lstStyle/>
          <a:p>
            <a:fld id="{A2E55236-52B9-4157-99EF-C477DAF2F554}" type="slidenum">
              <a:rPr lang="en-PH" smtClean="0"/>
              <a:t>‹#›</a:t>
            </a:fld>
            <a:endParaRPr lang="en-PH"/>
          </a:p>
        </p:txBody>
      </p:sp>
    </p:spTree>
    <p:extLst>
      <p:ext uri="{BB962C8B-B14F-4D97-AF65-F5344CB8AC3E}">
        <p14:creationId xmlns:p14="http://schemas.microsoft.com/office/powerpoint/2010/main" val="24126257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8D03AF-7534-49E0-B0A2-F0403B159E15}"/>
              </a:ext>
            </a:extLst>
          </p:cNvPr>
          <p:cNvSpPr>
            <a:spLocks noGrp="1"/>
          </p:cNvSpPr>
          <p:nvPr>
            <p:ph type="title"/>
          </p:nvPr>
        </p:nvSpPr>
        <p:spPr/>
        <p:txBody>
          <a:bodyPr/>
          <a:lstStyle/>
          <a:p>
            <a:r>
              <a:rPr lang="en-US"/>
              <a:t>Click to edit Master title style</a:t>
            </a:r>
            <a:endParaRPr lang="en-PH"/>
          </a:p>
        </p:txBody>
      </p:sp>
      <p:sp>
        <p:nvSpPr>
          <p:cNvPr id="3" name="Content Placeholder 2">
            <a:extLst>
              <a:ext uri="{FF2B5EF4-FFF2-40B4-BE49-F238E27FC236}">
                <a16:creationId xmlns:a16="http://schemas.microsoft.com/office/drawing/2014/main" id="{E4E63158-1F78-4261-99A0-55F573DD043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Content Placeholder 3">
            <a:extLst>
              <a:ext uri="{FF2B5EF4-FFF2-40B4-BE49-F238E27FC236}">
                <a16:creationId xmlns:a16="http://schemas.microsoft.com/office/drawing/2014/main" id="{13B12B8E-1661-462B-A00C-FE1078E5F2D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5" name="Date Placeholder 4">
            <a:extLst>
              <a:ext uri="{FF2B5EF4-FFF2-40B4-BE49-F238E27FC236}">
                <a16:creationId xmlns:a16="http://schemas.microsoft.com/office/drawing/2014/main" id="{F66763DF-E084-447E-A488-9F9D328A97D0}"/>
              </a:ext>
            </a:extLst>
          </p:cNvPr>
          <p:cNvSpPr>
            <a:spLocks noGrp="1"/>
          </p:cNvSpPr>
          <p:nvPr>
            <p:ph type="dt" sz="half" idx="10"/>
          </p:nvPr>
        </p:nvSpPr>
        <p:spPr/>
        <p:txBody>
          <a:bodyPr/>
          <a:lstStyle/>
          <a:p>
            <a:fld id="{0CCF0B81-6BD8-4C65-9459-815598C5F1F4}" type="datetimeFigureOut">
              <a:rPr lang="en-PH" smtClean="0"/>
              <a:t>18/04/2024</a:t>
            </a:fld>
            <a:endParaRPr lang="en-PH"/>
          </a:p>
        </p:txBody>
      </p:sp>
      <p:sp>
        <p:nvSpPr>
          <p:cNvPr id="6" name="Footer Placeholder 5">
            <a:extLst>
              <a:ext uri="{FF2B5EF4-FFF2-40B4-BE49-F238E27FC236}">
                <a16:creationId xmlns:a16="http://schemas.microsoft.com/office/drawing/2014/main" id="{2D46663E-C0B8-407A-9C08-AD7A14CDF033}"/>
              </a:ext>
            </a:extLst>
          </p:cNvPr>
          <p:cNvSpPr>
            <a:spLocks noGrp="1"/>
          </p:cNvSpPr>
          <p:nvPr>
            <p:ph type="ftr" sz="quarter" idx="11"/>
          </p:nvPr>
        </p:nvSpPr>
        <p:spPr/>
        <p:txBody>
          <a:bodyPr/>
          <a:lstStyle/>
          <a:p>
            <a:endParaRPr lang="en-PH"/>
          </a:p>
        </p:txBody>
      </p:sp>
      <p:sp>
        <p:nvSpPr>
          <p:cNvPr id="7" name="Slide Number Placeholder 6">
            <a:extLst>
              <a:ext uri="{FF2B5EF4-FFF2-40B4-BE49-F238E27FC236}">
                <a16:creationId xmlns:a16="http://schemas.microsoft.com/office/drawing/2014/main" id="{FA444692-F2BB-4F15-9AC6-1D337C5F6BB9}"/>
              </a:ext>
            </a:extLst>
          </p:cNvPr>
          <p:cNvSpPr>
            <a:spLocks noGrp="1"/>
          </p:cNvSpPr>
          <p:nvPr>
            <p:ph type="sldNum" sz="quarter" idx="12"/>
          </p:nvPr>
        </p:nvSpPr>
        <p:spPr/>
        <p:txBody>
          <a:bodyPr/>
          <a:lstStyle/>
          <a:p>
            <a:fld id="{A2E55236-52B9-4157-99EF-C477DAF2F554}" type="slidenum">
              <a:rPr lang="en-PH" smtClean="0"/>
              <a:t>‹#›</a:t>
            </a:fld>
            <a:endParaRPr lang="en-PH"/>
          </a:p>
        </p:txBody>
      </p:sp>
    </p:spTree>
    <p:extLst>
      <p:ext uri="{BB962C8B-B14F-4D97-AF65-F5344CB8AC3E}">
        <p14:creationId xmlns:p14="http://schemas.microsoft.com/office/powerpoint/2010/main" val="20524838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724591-52D4-4A6A-81FF-CF9B69DD3DCC}"/>
              </a:ext>
            </a:extLst>
          </p:cNvPr>
          <p:cNvSpPr>
            <a:spLocks noGrp="1"/>
          </p:cNvSpPr>
          <p:nvPr>
            <p:ph type="title"/>
          </p:nvPr>
        </p:nvSpPr>
        <p:spPr>
          <a:xfrm>
            <a:off x="839788" y="365125"/>
            <a:ext cx="10515600" cy="1325563"/>
          </a:xfrm>
        </p:spPr>
        <p:txBody>
          <a:bodyPr/>
          <a:lstStyle/>
          <a:p>
            <a:r>
              <a:rPr lang="en-US"/>
              <a:t>Click to edit Master title style</a:t>
            </a:r>
            <a:endParaRPr lang="en-PH"/>
          </a:p>
        </p:txBody>
      </p:sp>
      <p:sp>
        <p:nvSpPr>
          <p:cNvPr id="3" name="Text Placeholder 2">
            <a:extLst>
              <a:ext uri="{FF2B5EF4-FFF2-40B4-BE49-F238E27FC236}">
                <a16:creationId xmlns:a16="http://schemas.microsoft.com/office/drawing/2014/main" id="{AAD74561-7712-4BE5-B42C-1DF224123B1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DC6369D-C1D0-4A4F-85B0-DC21BD7E9CE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5" name="Text Placeholder 4">
            <a:extLst>
              <a:ext uri="{FF2B5EF4-FFF2-40B4-BE49-F238E27FC236}">
                <a16:creationId xmlns:a16="http://schemas.microsoft.com/office/drawing/2014/main" id="{E0D26301-7EFA-4E2D-8E37-01989EDE45C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568D5A3-0863-4C19-8CDF-E5F63800924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7" name="Date Placeholder 6">
            <a:extLst>
              <a:ext uri="{FF2B5EF4-FFF2-40B4-BE49-F238E27FC236}">
                <a16:creationId xmlns:a16="http://schemas.microsoft.com/office/drawing/2014/main" id="{861BD46F-0A9D-4A21-A809-A8A4915A7137}"/>
              </a:ext>
            </a:extLst>
          </p:cNvPr>
          <p:cNvSpPr>
            <a:spLocks noGrp="1"/>
          </p:cNvSpPr>
          <p:nvPr>
            <p:ph type="dt" sz="half" idx="10"/>
          </p:nvPr>
        </p:nvSpPr>
        <p:spPr/>
        <p:txBody>
          <a:bodyPr/>
          <a:lstStyle/>
          <a:p>
            <a:fld id="{0CCF0B81-6BD8-4C65-9459-815598C5F1F4}" type="datetimeFigureOut">
              <a:rPr lang="en-PH" smtClean="0"/>
              <a:t>18/04/2024</a:t>
            </a:fld>
            <a:endParaRPr lang="en-PH"/>
          </a:p>
        </p:txBody>
      </p:sp>
      <p:sp>
        <p:nvSpPr>
          <p:cNvPr id="8" name="Footer Placeholder 7">
            <a:extLst>
              <a:ext uri="{FF2B5EF4-FFF2-40B4-BE49-F238E27FC236}">
                <a16:creationId xmlns:a16="http://schemas.microsoft.com/office/drawing/2014/main" id="{63B3FE40-3AE1-4501-BD99-5BB30AA8E9EF}"/>
              </a:ext>
            </a:extLst>
          </p:cNvPr>
          <p:cNvSpPr>
            <a:spLocks noGrp="1"/>
          </p:cNvSpPr>
          <p:nvPr>
            <p:ph type="ftr" sz="quarter" idx="11"/>
          </p:nvPr>
        </p:nvSpPr>
        <p:spPr/>
        <p:txBody>
          <a:bodyPr/>
          <a:lstStyle/>
          <a:p>
            <a:endParaRPr lang="en-PH"/>
          </a:p>
        </p:txBody>
      </p:sp>
      <p:sp>
        <p:nvSpPr>
          <p:cNvPr id="9" name="Slide Number Placeholder 8">
            <a:extLst>
              <a:ext uri="{FF2B5EF4-FFF2-40B4-BE49-F238E27FC236}">
                <a16:creationId xmlns:a16="http://schemas.microsoft.com/office/drawing/2014/main" id="{819DB7BF-E7E2-4599-93C1-314862B49E96}"/>
              </a:ext>
            </a:extLst>
          </p:cNvPr>
          <p:cNvSpPr>
            <a:spLocks noGrp="1"/>
          </p:cNvSpPr>
          <p:nvPr>
            <p:ph type="sldNum" sz="quarter" idx="12"/>
          </p:nvPr>
        </p:nvSpPr>
        <p:spPr/>
        <p:txBody>
          <a:bodyPr/>
          <a:lstStyle/>
          <a:p>
            <a:fld id="{A2E55236-52B9-4157-99EF-C477DAF2F554}" type="slidenum">
              <a:rPr lang="en-PH" smtClean="0"/>
              <a:t>‹#›</a:t>
            </a:fld>
            <a:endParaRPr lang="en-PH"/>
          </a:p>
        </p:txBody>
      </p:sp>
    </p:spTree>
    <p:extLst>
      <p:ext uri="{BB962C8B-B14F-4D97-AF65-F5344CB8AC3E}">
        <p14:creationId xmlns:p14="http://schemas.microsoft.com/office/powerpoint/2010/main" val="27955437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7BA4B7-5BD0-45CE-A3AB-0BDAEBCB2F86}"/>
              </a:ext>
            </a:extLst>
          </p:cNvPr>
          <p:cNvSpPr>
            <a:spLocks noGrp="1"/>
          </p:cNvSpPr>
          <p:nvPr>
            <p:ph type="title"/>
          </p:nvPr>
        </p:nvSpPr>
        <p:spPr/>
        <p:txBody>
          <a:bodyPr/>
          <a:lstStyle/>
          <a:p>
            <a:r>
              <a:rPr lang="en-US"/>
              <a:t>Click to edit Master title style</a:t>
            </a:r>
            <a:endParaRPr lang="en-PH"/>
          </a:p>
        </p:txBody>
      </p:sp>
      <p:sp>
        <p:nvSpPr>
          <p:cNvPr id="3" name="Date Placeholder 2">
            <a:extLst>
              <a:ext uri="{FF2B5EF4-FFF2-40B4-BE49-F238E27FC236}">
                <a16:creationId xmlns:a16="http://schemas.microsoft.com/office/drawing/2014/main" id="{85317F3A-B35D-4332-A083-A8EA82A8CCFF}"/>
              </a:ext>
            </a:extLst>
          </p:cNvPr>
          <p:cNvSpPr>
            <a:spLocks noGrp="1"/>
          </p:cNvSpPr>
          <p:nvPr>
            <p:ph type="dt" sz="half" idx="10"/>
          </p:nvPr>
        </p:nvSpPr>
        <p:spPr/>
        <p:txBody>
          <a:bodyPr/>
          <a:lstStyle/>
          <a:p>
            <a:fld id="{0CCF0B81-6BD8-4C65-9459-815598C5F1F4}" type="datetimeFigureOut">
              <a:rPr lang="en-PH" smtClean="0"/>
              <a:t>18/04/2024</a:t>
            </a:fld>
            <a:endParaRPr lang="en-PH"/>
          </a:p>
        </p:txBody>
      </p:sp>
      <p:sp>
        <p:nvSpPr>
          <p:cNvPr id="4" name="Footer Placeholder 3">
            <a:extLst>
              <a:ext uri="{FF2B5EF4-FFF2-40B4-BE49-F238E27FC236}">
                <a16:creationId xmlns:a16="http://schemas.microsoft.com/office/drawing/2014/main" id="{955D1BAA-3C55-422C-9DDB-C8FA246675AF}"/>
              </a:ext>
            </a:extLst>
          </p:cNvPr>
          <p:cNvSpPr>
            <a:spLocks noGrp="1"/>
          </p:cNvSpPr>
          <p:nvPr>
            <p:ph type="ftr" sz="quarter" idx="11"/>
          </p:nvPr>
        </p:nvSpPr>
        <p:spPr/>
        <p:txBody>
          <a:bodyPr/>
          <a:lstStyle/>
          <a:p>
            <a:endParaRPr lang="en-PH"/>
          </a:p>
        </p:txBody>
      </p:sp>
      <p:sp>
        <p:nvSpPr>
          <p:cNvPr id="5" name="Slide Number Placeholder 4">
            <a:extLst>
              <a:ext uri="{FF2B5EF4-FFF2-40B4-BE49-F238E27FC236}">
                <a16:creationId xmlns:a16="http://schemas.microsoft.com/office/drawing/2014/main" id="{14545CCC-0421-4BC8-A428-7D6891975624}"/>
              </a:ext>
            </a:extLst>
          </p:cNvPr>
          <p:cNvSpPr>
            <a:spLocks noGrp="1"/>
          </p:cNvSpPr>
          <p:nvPr>
            <p:ph type="sldNum" sz="quarter" idx="12"/>
          </p:nvPr>
        </p:nvSpPr>
        <p:spPr/>
        <p:txBody>
          <a:bodyPr/>
          <a:lstStyle/>
          <a:p>
            <a:fld id="{A2E55236-52B9-4157-99EF-C477DAF2F554}" type="slidenum">
              <a:rPr lang="en-PH" smtClean="0"/>
              <a:t>‹#›</a:t>
            </a:fld>
            <a:endParaRPr lang="en-PH"/>
          </a:p>
        </p:txBody>
      </p:sp>
    </p:spTree>
    <p:extLst>
      <p:ext uri="{BB962C8B-B14F-4D97-AF65-F5344CB8AC3E}">
        <p14:creationId xmlns:p14="http://schemas.microsoft.com/office/powerpoint/2010/main" val="7610498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4A8D164-8317-4375-AC20-4E5ECFBC8304}"/>
              </a:ext>
            </a:extLst>
          </p:cNvPr>
          <p:cNvSpPr>
            <a:spLocks noGrp="1"/>
          </p:cNvSpPr>
          <p:nvPr>
            <p:ph type="dt" sz="half" idx="10"/>
          </p:nvPr>
        </p:nvSpPr>
        <p:spPr/>
        <p:txBody>
          <a:bodyPr/>
          <a:lstStyle/>
          <a:p>
            <a:fld id="{0CCF0B81-6BD8-4C65-9459-815598C5F1F4}" type="datetimeFigureOut">
              <a:rPr lang="en-PH" smtClean="0"/>
              <a:t>18/04/2024</a:t>
            </a:fld>
            <a:endParaRPr lang="en-PH"/>
          </a:p>
        </p:txBody>
      </p:sp>
      <p:sp>
        <p:nvSpPr>
          <p:cNvPr id="3" name="Footer Placeholder 2">
            <a:extLst>
              <a:ext uri="{FF2B5EF4-FFF2-40B4-BE49-F238E27FC236}">
                <a16:creationId xmlns:a16="http://schemas.microsoft.com/office/drawing/2014/main" id="{2CE65B31-8161-47C0-B8D2-02FC9D063539}"/>
              </a:ext>
            </a:extLst>
          </p:cNvPr>
          <p:cNvSpPr>
            <a:spLocks noGrp="1"/>
          </p:cNvSpPr>
          <p:nvPr>
            <p:ph type="ftr" sz="quarter" idx="11"/>
          </p:nvPr>
        </p:nvSpPr>
        <p:spPr/>
        <p:txBody>
          <a:bodyPr/>
          <a:lstStyle/>
          <a:p>
            <a:endParaRPr lang="en-PH"/>
          </a:p>
        </p:txBody>
      </p:sp>
      <p:sp>
        <p:nvSpPr>
          <p:cNvPr id="4" name="Slide Number Placeholder 3">
            <a:extLst>
              <a:ext uri="{FF2B5EF4-FFF2-40B4-BE49-F238E27FC236}">
                <a16:creationId xmlns:a16="http://schemas.microsoft.com/office/drawing/2014/main" id="{5B8A5A49-C1DE-4043-9C4E-CA88B7D930C1}"/>
              </a:ext>
            </a:extLst>
          </p:cNvPr>
          <p:cNvSpPr>
            <a:spLocks noGrp="1"/>
          </p:cNvSpPr>
          <p:nvPr>
            <p:ph type="sldNum" sz="quarter" idx="12"/>
          </p:nvPr>
        </p:nvSpPr>
        <p:spPr/>
        <p:txBody>
          <a:bodyPr/>
          <a:lstStyle/>
          <a:p>
            <a:fld id="{A2E55236-52B9-4157-99EF-C477DAF2F554}" type="slidenum">
              <a:rPr lang="en-PH" smtClean="0"/>
              <a:t>‹#›</a:t>
            </a:fld>
            <a:endParaRPr lang="en-PH"/>
          </a:p>
        </p:txBody>
      </p:sp>
    </p:spTree>
    <p:extLst>
      <p:ext uri="{BB962C8B-B14F-4D97-AF65-F5344CB8AC3E}">
        <p14:creationId xmlns:p14="http://schemas.microsoft.com/office/powerpoint/2010/main" val="34745070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441128-45F1-4E37-A76C-48135B4B5AB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H"/>
          </a:p>
        </p:txBody>
      </p:sp>
      <p:sp>
        <p:nvSpPr>
          <p:cNvPr id="3" name="Content Placeholder 2">
            <a:extLst>
              <a:ext uri="{FF2B5EF4-FFF2-40B4-BE49-F238E27FC236}">
                <a16:creationId xmlns:a16="http://schemas.microsoft.com/office/drawing/2014/main" id="{96A6B574-F2D0-4A1E-971A-951AD113FFA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Text Placeholder 3">
            <a:extLst>
              <a:ext uri="{FF2B5EF4-FFF2-40B4-BE49-F238E27FC236}">
                <a16:creationId xmlns:a16="http://schemas.microsoft.com/office/drawing/2014/main" id="{284A9BF5-4AAF-46A8-9307-3E49D1DC7F5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C84D477-7EF0-4092-A585-C8B452D869A0}"/>
              </a:ext>
            </a:extLst>
          </p:cNvPr>
          <p:cNvSpPr>
            <a:spLocks noGrp="1"/>
          </p:cNvSpPr>
          <p:nvPr>
            <p:ph type="dt" sz="half" idx="10"/>
          </p:nvPr>
        </p:nvSpPr>
        <p:spPr/>
        <p:txBody>
          <a:bodyPr/>
          <a:lstStyle/>
          <a:p>
            <a:fld id="{0CCF0B81-6BD8-4C65-9459-815598C5F1F4}" type="datetimeFigureOut">
              <a:rPr lang="en-PH" smtClean="0"/>
              <a:t>18/04/2024</a:t>
            </a:fld>
            <a:endParaRPr lang="en-PH"/>
          </a:p>
        </p:txBody>
      </p:sp>
      <p:sp>
        <p:nvSpPr>
          <p:cNvPr id="6" name="Footer Placeholder 5">
            <a:extLst>
              <a:ext uri="{FF2B5EF4-FFF2-40B4-BE49-F238E27FC236}">
                <a16:creationId xmlns:a16="http://schemas.microsoft.com/office/drawing/2014/main" id="{912B03C4-61D6-4E97-BF6A-97F68327734B}"/>
              </a:ext>
            </a:extLst>
          </p:cNvPr>
          <p:cNvSpPr>
            <a:spLocks noGrp="1"/>
          </p:cNvSpPr>
          <p:nvPr>
            <p:ph type="ftr" sz="quarter" idx="11"/>
          </p:nvPr>
        </p:nvSpPr>
        <p:spPr/>
        <p:txBody>
          <a:bodyPr/>
          <a:lstStyle/>
          <a:p>
            <a:endParaRPr lang="en-PH"/>
          </a:p>
        </p:txBody>
      </p:sp>
      <p:sp>
        <p:nvSpPr>
          <p:cNvPr id="7" name="Slide Number Placeholder 6">
            <a:extLst>
              <a:ext uri="{FF2B5EF4-FFF2-40B4-BE49-F238E27FC236}">
                <a16:creationId xmlns:a16="http://schemas.microsoft.com/office/drawing/2014/main" id="{E11C0268-0C31-4494-872A-FF14572B07FB}"/>
              </a:ext>
            </a:extLst>
          </p:cNvPr>
          <p:cNvSpPr>
            <a:spLocks noGrp="1"/>
          </p:cNvSpPr>
          <p:nvPr>
            <p:ph type="sldNum" sz="quarter" idx="12"/>
          </p:nvPr>
        </p:nvSpPr>
        <p:spPr/>
        <p:txBody>
          <a:bodyPr/>
          <a:lstStyle/>
          <a:p>
            <a:fld id="{A2E55236-52B9-4157-99EF-C477DAF2F554}" type="slidenum">
              <a:rPr lang="en-PH" smtClean="0"/>
              <a:t>‹#›</a:t>
            </a:fld>
            <a:endParaRPr lang="en-PH"/>
          </a:p>
        </p:txBody>
      </p:sp>
    </p:spTree>
    <p:extLst>
      <p:ext uri="{BB962C8B-B14F-4D97-AF65-F5344CB8AC3E}">
        <p14:creationId xmlns:p14="http://schemas.microsoft.com/office/powerpoint/2010/main" val="31445693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91858D-F4CE-4847-9F4E-96911B72633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H"/>
          </a:p>
        </p:txBody>
      </p:sp>
      <p:sp>
        <p:nvSpPr>
          <p:cNvPr id="3" name="Picture Placeholder 2">
            <a:extLst>
              <a:ext uri="{FF2B5EF4-FFF2-40B4-BE49-F238E27FC236}">
                <a16:creationId xmlns:a16="http://schemas.microsoft.com/office/drawing/2014/main" id="{E112DC33-E4BE-4D59-8A3E-E5C8C7FEA82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PH"/>
          </a:p>
        </p:txBody>
      </p:sp>
      <p:sp>
        <p:nvSpPr>
          <p:cNvPr id="4" name="Text Placeholder 3">
            <a:extLst>
              <a:ext uri="{FF2B5EF4-FFF2-40B4-BE49-F238E27FC236}">
                <a16:creationId xmlns:a16="http://schemas.microsoft.com/office/drawing/2014/main" id="{E4662A18-4E8B-44E0-95B0-48E49B06BBC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B83A010-3289-4BEF-9BA6-B9291ECCA3A3}"/>
              </a:ext>
            </a:extLst>
          </p:cNvPr>
          <p:cNvSpPr>
            <a:spLocks noGrp="1"/>
          </p:cNvSpPr>
          <p:nvPr>
            <p:ph type="dt" sz="half" idx="10"/>
          </p:nvPr>
        </p:nvSpPr>
        <p:spPr/>
        <p:txBody>
          <a:bodyPr/>
          <a:lstStyle/>
          <a:p>
            <a:fld id="{0CCF0B81-6BD8-4C65-9459-815598C5F1F4}" type="datetimeFigureOut">
              <a:rPr lang="en-PH" smtClean="0"/>
              <a:t>18/04/2024</a:t>
            </a:fld>
            <a:endParaRPr lang="en-PH"/>
          </a:p>
        </p:txBody>
      </p:sp>
      <p:sp>
        <p:nvSpPr>
          <p:cNvPr id="6" name="Footer Placeholder 5">
            <a:extLst>
              <a:ext uri="{FF2B5EF4-FFF2-40B4-BE49-F238E27FC236}">
                <a16:creationId xmlns:a16="http://schemas.microsoft.com/office/drawing/2014/main" id="{C3F1841C-B8D0-4564-AB48-104684286C12}"/>
              </a:ext>
            </a:extLst>
          </p:cNvPr>
          <p:cNvSpPr>
            <a:spLocks noGrp="1"/>
          </p:cNvSpPr>
          <p:nvPr>
            <p:ph type="ftr" sz="quarter" idx="11"/>
          </p:nvPr>
        </p:nvSpPr>
        <p:spPr/>
        <p:txBody>
          <a:bodyPr/>
          <a:lstStyle/>
          <a:p>
            <a:endParaRPr lang="en-PH"/>
          </a:p>
        </p:txBody>
      </p:sp>
      <p:sp>
        <p:nvSpPr>
          <p:cNvPr id="7" name="Slide Number Placeholder 6">
            <a:extLst>
              <a:ext uri="{FF2B5EF4-FFF2-40B4-BE49-F238E27FC236}">
                <a16:creationId xmlns:a16="http://schemas.microsoft.com/office/drawing/2014/main" id="{F18FD835-28F9-4C9B-8DEF-1C8AF7C19616}"/>
              </a:ext>
            </a:extLst>
          </p:cNvPr>
          <p:cNvSpPr>
            <a:spLocks noGrp="1"/>
          </p:cNvSpPr>
          <p:nvPr>
            <p:ph type="sldNum" sz="quarter" idx="12"/>
          </p:nvPr>
        </p:nvSpPr>
        <p:spPr/>
        <p:txBody>
          <a:bodyPr/>
          <a:lstStyle/>
          <a:p>
            <a:fld id="{A2E55236-52B9-4157-99EF-C477DAF2F554}" type="slidenum">
              <a:rPr lang="en-PH" smtClean="0"/>
              <a:t>‹#›</a:t>
            </a:fld>
            <a:endParaRPr lang="en-PH"/>
          </a:p>
        </p:txBody>
      </p:sp>
    </p:spTree>
    <p:extLst>
      <p:ext uri="{BB962C8B-B14F-4D97-AF65-F5344CB8AC3E}">
        <p14:creationId xmlns:p14="http://schemas.microsoft.com/office/powerpoint/2010/main" val="28691813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1C9526-6B4B-4B7C-836C-CA5ECFEE1878}"/>
              </a:ext>
            </a:extLst>
          </p:cNvPr>
          <p:cNvSpPr>
            <a:spLocks noGrp="1"/>
          </p:cNvSpPr>
          <p:nvPr>
            <p:ph type="title"/>
          </p:nvPr>
        </p:nvSpPr>
        <p:spPr/>
        <p:txBody>
          <a:bodyPr/>
          <a:lstStyle/>
          <a:p>
            <a:r>
              <a:rPr lang="en-US"/>
              <a:t>Click to edit Master title style</a:t>
            </a:r>
            <a:endParaRPr lang="en-PH"/>
          </a:p>
        </p:txBody>
      </p:sp>
      <p:sp>
        <p:nvSpPr>
          <p:cNvPr id="3" name="Vertical Text Placeholder 2">
            <a:extLst>
              <a:ext uri="{FF2B5EF4-FFF2-40B4-BE49-F238E27FC236}">
                <a16:creationId xmlns:a16="http://schemas.microsoft.com/office/drawing/2014/main" id="{42D3F895-13B7-4F09-8F2B-7C7B281BDCE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a:extLst>
              <a:ext uri="{FF2B5EF4-FFF2-40B4-BE49-F238E27FC236}">
                <a16:creationId xmlns:a16="http://schemas.microsoft.com/office/drawing/2014/main" id="{BFED4FF3-605C-448B-ABE0-7A159B7B3BA6}"/>
              </a:ext>
            </a:extLst>
          </p:cNvPr>
          <p:cNvSpPr>
            <a:spLocks noGrp="1"/>
          </p:cNvSpPr>
          <p:nvPr>
            <p:ph type="dt" sz="half" idx="10"/>
          </p:nvPr>
        </p:nvSpPr>
        <p:spPr/>
        <p:txBody>
          <a:bodyPr/>
          <a:lstStyle/>
          <a:p>
            <a:fld id="{0CCF0B81-6BD8-4C65-9459-815598C5F1F4}" type="datetimeFigureOut">
              <a:rPr lang="en-PH" smtClean="0"/>
              <a:t>18/04/2024</a:t>
            </a:fld>
            <a:endParaRPr lang="en-PH"/>
          </a:p>
        </p:txBody>
      </p:sp>
      <p:sp>
        <p:nvSpPr>
          <p:cNvPr id="5" name="Footer Placeholder 4">
            <a:extLst>
              <a:ext uri="{FF2B5EF4-FFF2-40B4-BE49-F238E27FC236}">
                <a16:creationId xmlns:a16="http://schemas.microsoft.com/office/drawing/2014/main" id="{F5D10917-6EAA-48EE-AE32-E15F33FCA100}"/>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D9451C44-2EAE-49AE-A864-682DEB3D8E31}"/>
              </a:ext>
            </a:extLst>
          </p:cNvPr>
          <p:cNvSpPr>
            <a:spLocks noGrp="1"/>
          </p:cNvSpPr>
          <p:nvPr>
            <p:ph type="sldNum" sz="quarter" idx="12"/>
          </p:nvPr>
        </p:nvSpPr>
        <p:spPr/>
        <p:txBody>
          <a:bodyPr/>
          <a:lstStyle/>
          <a:p>
            <a:fld id="{A2E55236-52B9-4157-99EF-C477DAF2F554}" type="slidenum">
              <a:rPr lang="en-PH" smtClean="0"/>
              <a:t>‹#›</a:t>
            </a:fld>
            <a:endParaRPr lang="en-PH"/>
          </a:p>
        </p:txBody>
      </p:sp>
    </p:spTree>
    <p:extLst>
      <p:ext uri="{BB962C8B-B14F-4D97-AF65-F5344CB8AC3E}">
        <p14:creationId xmlns:p14="http://schemas.microsoft.com/office/powerpoint/2010/main" val="19694157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BCFD600-C7E3-42EE-9735-2FE3EDE7764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PH"/>
          </a:p>
        </p:txBody>
      </p:sp>
      <p:sp>
        <p:nvSpPr>
          <p:cNvPr id="3" name="Vertical Text Placeholder 2">
            <a:extLst>
              <a:ext uri="{FF2B5EF4-FFF2-40B4-BE49-F238E27FC236}">
                <a16:creationId xmlns:a16="http://schemas.microsoft.com/office/drawing/2014/main" id="{96C80727-2711-434B-AEFB-9E214673ECC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a:extLst>
              <a:ext uri="{FF2B5EF4-FFF2-40B4-BE49-F238E27FC236}">
                <a16:creationId xmlns:a16="http://schemas.microsoft.com/office/drawing/2014/main" id="{61B47950-A376-49E5-A09E-DEAA9AD59B10}"/>
              </a:ext>
            </a:extLst>
          </p:cNvPr>
          <p:cNvSpPr>
            <a:spLocks noGrp="1"/>
          </p:cNvSpPr>
          <p:nvPr>
            <p:ph type="dt" sz="half" idx="10"/>
          </p:nvPr>
        </p:nvSpPr>
        <p:spPr/>
        <p:txBody>
          <a:bodyPr/>
          <a:lstStyle/>
          <a:p>
            <a:fld id="{0CCF0B81-6BD8-4C65-9459-815598C5F1F4}" type="datetimeFigureOut">
              <a:rPr lang="en-PH" smtClean="0"/>
              <a:t>18/04/2024</a:t>
            </a:fld>
            <a:endParaRPr lang="en-PH"/>
          </a:p>
        </p:txBody>
      </p:sp>
      <p:sp>
        <p:nvSpPr>
          <p:cNvPr id="5" name="Footer Placeholder 4">
            <a:extLst>
              <a:ext uri="{FF2B5EF4-FFF2-40B4-BE49-F238E27FC236}">
                <a16:creationId xmlns:a16="http://schemas.microsoft.com/office/drawing/2014/main" id="{47D8641F-5631-4BB0-94A8-CB1A2D78FDD2}"/>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6B056033-BC76-47F3-AA32-F159420DFDA7}"/>
              </a:ext>
            </a:extLst>
          </p:cNvPr>
          <p:cNvSpPr>
            <a:spLocks noGrp="1"/>
          </p:cNvSpPr>
          <p:nvPr>
            <p:ph type="sldNum" sz="quarter" idx="12"/>
          </p:nvPr>
        </p:nvSpPr>
        <p:spPr/>
        <p:txBody>
          <a:bodyPr/>
          <a:lstStyle/>
          <a:p>
            <a:fld id="{A2E55236-52B9-4157-99EF-C477DAF2F554}" type="slidenum">
              <a:rPr lang="en-PH" smtClean="0"/>
              <a:t>‹#›</a:t>
            </a:fld>
            <a:endParaRPr lang="en-PH"/>
          </a:p>
        </p:txBody>
      </p:sp>
    </p:spTree>
    <p:extLst>
      <p:ext uri="{BB962C8B-B14F-4D97-AF65-F5344CB8AC3E}">
        <p14:creationId xmlns:p14="http://schemas.microsoft.com/office/powerpoint/2010/main" val="42688496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1E2D0B8-307D-483C-BA2C-9A8A459E49F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PH"/>
          </a:p>
        </p:txBody>
      </p:sp>
      <p:sp>
        <p:nvSpPr>
          <p:cNvPr id="3" name="Text Placeholder 2">
            <a:extLst>
              <a:ext uri="{FF2B5EF4-FFF2-40B4-BE49-F238E27FC236}">
                <a16:creationId xmlns:a16="http://schemas.microsoft.com/office/drawing/2014/main" id="{2675D10E-5C2B-4972-BF7B-F9575460746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a:extLst>
              <a:ext uri="{FF2B5EF4-FFF2-40B4-BE49-F238E27FC236}">
                <a16:creationId xmlns:a16="http://schemas.microsoft.com/office/drawing/2014/main" id="{B42C434A-E16E-4577-B5A4-C633EF521A8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CCF0B81-6BD8-4C65-9459-815598C5F1F4}" type="datetimeFigureOut">
              <a:rPr lang="en-PH" smtClean="0"/>
              <a:t>18/04/2024</a:t>
            </a:fld>
            <a:endParaRPr lang="en-PH"/>
          </a:p>
        </p:txBody>
      </p:sp>
      <p:sp>
        <p:nvSpPr>
          <p:cNvPr id="5" name="Footer Placeholder 4">
            <a:extLst>
              <a:ext uri="{FF2B5EF4-FFF2-40B4-BE49-F238E27FC236}">
                <a16:creationId xmlns:a16="http://schemas.microsoft.com/office/drawing/2014/main" id="{529472F3-C75B-4412-A75D-AF542B82AF1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PH"/>
          </a:p>
        </p:txBody>
      </p:sp>
      <p:sp>
        <p:nvSpPr>
          <p:cNvPr id="6" name="Slide Number Placeholder 5">
            <a:extLst>
              <a:ext uri="{FF2B5EF4-FFF2-40B4-BE49-F238E27FC236}">
                <a16:creationId xmlns:a16="http://schemas.microsoft.com/office/drawing/2014/main" id="{190A6DE4-6572-40B4-8CEF-D76FDC9FDC7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2E55236-52B9-4157-99EF-C477DAF2F554}" type="slidenum">
              <a:rPr lang="en-PH" smtClean="0"/>
              <a:t>‹#›</a:t>
            </a:fld>
            <a:endParaRPr lang="en-PH"/>
          </a:p>
        </p:txBody>
      </p:sp>
    </p:spTree>
    <p:extLst>
      <p:ext uri="{BB962C8B-B14F-4D97-AF65-F5344CB8AC3E}">
        <p14:creationId xmlns:p14="http://schemas.microsoft.com/office/powerpoint/2010/main" val="118681300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99000"/>
            <a:lum/>
          </a:blip>
          <a:srcRect/>
          <a:stretch>
            <a:fillRect t="89000" r="85000" b="-1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3DCE86-C2BA-4713-9E7A-73589E8D6CCF}"/>
              </a:ext>
            </a:extLst>
          </p:cNvPr>
          <p:cNvSpPr>
            <a:spLocks noGrp="1"/>
          </p:cNvSpPr>
          <p:nvPr>
            <p:ph type="ctrTitle"/>
          </p:nvPr>
        </p:nvSpPr>
        <p:spPr/>
        <p:txBody>
          <a:bodyPr>
            <a:normAutofit/>
          </a:bodyPr>
          <a:lstStyle/>
          <a:p>
            <a:r>
              <a:rPr lang="en-PH" b="1" dirty="0"/>
              <a:t>Abstraction</a:t>
            </a:r>
          </a:p>
        </p:txBody>
      </p:sp>
      <p:sp>
        <p:nvSpPr>
          <p:cNvPr id="3" name="Subtitle 2">
            <a:extLst>
              <a:ext uri="{FF2B5EF4-FFF2-40B4-BE49-F238E27FC236}">
                <a16:creationId xmlns:a16="http://schemas.microsoft.com/office/drawing/2014/main" id="{C0232827-4F60-4C85-BA9F-CAC18540AC11}"/>
              </a:ext>
            </a:extLst>
          </p:cNvPr>
          <p:cNvSpPr>
            <a:spLocks noGrp="1"/>
          </p:cNvSpPr>
          <p:nvPr>
            <p:ph type="subTitle" idx="1"/>
          </p:nvPr>
        </p:nvSpPr>
        <p:spPr/>
        <p:txBody>
          <a:bodyPr/>
          <a:lstStyle/>
          <a:p>
            <a:pPr algn="l"/>
            <a:endParaRPr lang="en-PH" sz="2000" dirty="0"/>
          </a:p>
          <a:p>
            <a:pPr algn="l"/>
            <a:r>
              <a:rPr lang="en-PH" sz="2000" dirty="0"/>
              <a:t>Presented by:</a:t>
            </a:r>
          </a:p>
          <a:p>
            <a:pPr algn="l"/>
            <a:r>
              <a:rPr lang="en-PH" sz="2000" dirty="0"/>
              <a:t>Cyrus </a:t>
            </a:r>
            <a:r>
              <a:rPr lang="en-PH" sz="2000" dirty="0" err="1"/>
              <a:t>Rj</a:t>
            </a:r>
            <a:r>
              <a:rPr lang="en-PH" sz="2000" dirty="0"/>
              <a:t> W. Robles</a:t>
            </a:r>
            <a:endParaRPr lang="en-PH" dirty="0"/>
          </a:p>
        </p:txBody>
      </p:sp>
      <p:sp>
        <p:nvSpPr>
          <p:cNvPr id="4" name="Footer Placeholder 3">
            <a:extLst>
              <a:ext uri="{FF2B5EF4-FFF2-40B4-BE49-F238E27FC236}">
                <a16:creationId xmlns:a16="http://schemas.microsoft.com/office/drawing/2014/main" id="{638E7DE1-45EE-476A-A474-0F3C264AEDA3}"/>
              </a:ext>
            </a:extLst>
          </p:cNvPr>
          <p:cNvSpPr>
            <a:spLocks noGrp="1"/>
          </p:cNvSpPr>
          <p:nvPr>
            <p:ph type="ftr" sz="quarter" idx="11"/>
          </p:nvPr>
        </p:nvSpPr>
        <p:spPr>
          <a:xfrm>
            <a:off x="0" y="6139541"/>
            <a:ext cx="12192000" cy="718459"/>
          </a:xfrm>
          <a:ln w="28575">
            <a:solidFill>
              <a:schemeClr val="accent5">
                <a:lumMod val="50000"/>
              </a:schemeClr>
            </a:solidFill>
          </a:ln>
        </p:spPr>
        <p:txBody>
          <a:bodyPr/>
          <a:lstStyle/>
          <a:p>
            <a:endParaRPr lang="en-PH" dirty="0"/>
          </a:p>
        </p:txBody>
      </p:sp>
    </p:spTree>
    <p:extLst>
      <p:ext uri="{BB962C8B-B14F-4D97-AF65-F5344CB8AC3E}">
        <p14:creationId xmlns:p14="http://schemas.microsoft.com/office/powerpoint/2010/main" val="40050170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99000"/>
            <a:lum/>
          </a:blip>
          <a:srcRect/>
          <a:stretch>
            <a:fillRect t="89000" r="85000" b="-1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3DCE86-C2BA-4713-9E7A-73589E8D6CCF}"/>
              </a:ext>
            </a:extLst>
          </p:cNvPr>
          <p:cNvSpPr>
            <a:spLocks noGrp="1"/>
          </p:cNvSpPr>
          <p:nvPr>
            <p:ph type="ctrTitle"/>
          </p:nvPr>
        </p:nvSpPr>
        <p:spPr>
          <a:xfrm>
            <a:off x="1524000" y="497150"/>
            <a:ext cx="9144000" cy="718459"/>
          </a:xfrm>
        </p:spPr>
        <p:txBody>
          <a:bodyPr>
            <a:normAutofit fontScale="90000"/>
          </a:bodyPr>
          <a:lstStyle/>
          <a:p>
            <a:r>
              <a:rPr lang="en-PH" b="1" dirty="0"/>
              <a:t>What is Abstraction?</a:t>
            </a:r>
          </a:p>
        </p:txBody>
      </p:sp>
      <p:sp>
        <p:nvSpPr>
          <p:cNvPr id="4" name="Footer Placeholder 3">
            <a:extLst>
              <a:ext uri="{FF2B5EF4-FFF2-40B4-BE49-F238E27FC236}">
                <a16:creationId xmlns:a16="http://schemas.microsoft.com/office/drawing/2014/main" id="{638E7DE1-45EE-476A-A474-0F3C264AEDA3}"/>
              </a:ext>
            </a:extLst>
          </p:cNvPr>
          <p:cNvSpPr>
            <a:spLocks noGrp="1"/>
          </p:cNvSpPr>
          <p:nvPr>
            <p:ph type="ftr" sz="quarter" idx="11"/>
          </p:nvPr>
        </p:nvSpPr>
        <p:spPr>
          <a:xfrm>
            <a:off x="0" y="6139541"/>
            <a:ext cx="12192000" cy="718459"/>
          </a:xfrm>
          <a:ln w="28575">
            <a:solidFill>
              <a:schemeClr val="accent5">
                <a:lumMod val="50000"/>
              </a:schemeClr>
            </a:solidFill>
          </a:ln>
        </p:spPr>
        <p:txBody>
          <a:bodyPr/>
          <a:lstStyle/>
          <a:p>
            <a:pPr algn="r"/>
            <a:r>
              <a:rPr lang="en-PH" b="1">
                <a:solidFill>
                  <a:schemeClr val="tx1"/>
                </a:solidFill>
              </a:rPr>
              <a:t>CCPRGG2L</a:t>
            </a:r>
            <a:endParaRPr lang="en-PH" dirty="0"/>
          </a:p>
        </p:txBody>
      </p:sp>
      <p:sp>
        <p:nvSpPr>
          <p:cNvPr id="5" name="Title 1">
            <a:extLst>
              <a:ext uri="{FF2B5EF4-FFF2-40B4-BE49-F238E27FC236}">
                <a16:creationId xmlns:a16="http://schemas.microsoft.com/office/drawing/2014/main" id="{3444037F-B658-D82C-5DCA-53E8AA1493D7}"/>
              </a:ext>
            </a:extLst>
          </p:cNvPr>
          <p:cNvSpPr txBox="1">
            <a:spLocks/>
          </p:cNvSpPr>
          <p:nvPr/>
        </p:nvSpPr>
        <p:spPr>
          <a:xfrm>
            <a:off x="1524000" y="1516449"/>
            <a:ext cx="9144000" cy="4290585"/>
          </a:xfrm>
          <a:prstGeom prst="rect">
            <a:avLst/>
          </a:prstGeom>
        </p:spPr>
        <p:txBody>
          <a:bodyPr vert="horz" lIns="91440" tIns="45720" rIns="91440" bIns="4572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457200" indent="-457200" algn="l">
              <a:buFont typeface="Wingdings" panose="05000000000000000000" pitchFamily="2" charset="2"/>
              <a:buChar char="q"/>
            </a:pPr>
            <a:r>
              <a:rPr lang="en-US" sz="2500" b="0" i="0" dirty="0">
                <a:solidFill>
                  <a:srgbClr val="273239"/>
                </a:solidFill>
                <a:effectLst/>
                <a:latin typeface="Calibri (Body)"/>
              </a:rPr>
              <a:t>Sometimes we only want to create a superclass that only defines a general form that will be shared by all its subclasses, leaving it to each subclass to fill in the details.</a:t>
            </a:r>
          </a:p>
          <a:p>
            <a:pPr marL="457200" indent="-457200" algn="l">
              <a:buFont typeface="Wingdings" panose="05000000000000000000" pitchFamily="2" charset="2"/>
              <a:buChar char="q"/>
            </a:pPr>
            <a:endParaRPr lang="en-US" sz="2500" dirty="0">
              <a:solidFill>
                <a:srgbClr val="273239"/>
              </a:solidFill>
              <a:latin typeface="Calibri (Body)"/>
            </a:endParaRPr>
          </a:p>
          <a:p>
            <a:pPr marL="457200" indent="-457200" algn="l">
              <a:buFont typeface="Wingdings" panose="05000000000000000000" pitchFamily="2" charset="2"/>
              <a:buChar char="q"/>
            </a:pPr>
            <a:r>
              <a:rPr lang="en-US" sz="2500" b="0" i="0" dirty="0">
                <a:solidFill>
                  <a:srgbClr val="000000"/>
                </a:solidFill>
                <a:effectLst/>
                <a:latin typeface="Calibri (Body)"/>
              </a:rPr>
              <a:t>Abstraction can be achieved with either </a:t>
            </a:r>
            <a:r>
              <a:rPr lang="en-US" sz="2500" b="1" i="0" dirty="0">
                <a:solidFill>
                  <a:srgbClr val="000000"/>
                </a:solidFill>
                <a:effectLst/>
                <a:latin typeface="Calibri (Body)"/>
              </a:rPr>
              <a:t>abstract classes</a:t>
            </a:r>
            <a:r>
              <a:rPr lang="en-US" sz="2500" b="0" i="0" dirty="0">
                <a:solidFill>
                  <a:srgbClr val="000000"/>
                </a:solidFill>
                <a:effectLst/>
                <a:latin typeface="Calibri (Body)"/>
              </a:rPr>
              <a:t> or </a:t>
            </a:r>
            <a:r>
              <a:rPr lang="en-US" sz="2500" b="1" i="0" dirty="0">
                <a:effectLst/>
                <a:latin typeface="Calibri (Body)"/>
              </a:rPr>
              <a:t>interfaces</a:t>
            </a:r>
            <a:r>
              <a:rPr lang="en-US" sz="2500" dirty="0">
                <a:solidFill>
                  <a:srgbClr val="000000"/>
                </a:solidFill>
                <a:latin typeface="Calibri (Body)"/>
              </a:rPr>
              <a:t>.</a:t>
            </a:r>
            <a:endParaRPr lang="en-US" sz="2500" b="0" i="0" dirty="0">
              <a:solidFill>
                <a:srgbClr val="000000"/>
              </a:solidFill>
              <a:effectLst/>
              <a:latin typeface="Calibri (Body)"/>
            </a:endParaRPr>
          </a:p>
          <a:p>
            <a:pPr marL="457200" indent="-457200" algn="l">
              <a:buFont typeface="Wingdings" panose="05000000000000000000" pitchFamily="2" charset="2"/>
              <a:buChar char="q"/>
            </a:pPr>
            <a:endParaRPr lang="en-US" sz="2500" dirty="0">
              <a:solidFill>
                <a:srgbClr val="000000"/>
              </a:solidFill>
              <a:latin typeface="Calibri (Body)"/>
            </a:endParaRPr>
          </a:p>
          <a:p>
            <a:pPr marL="457200" indent="-457200" algn="l">
              <a:buFont typeface="Wingdings" panose="05000000000000000000" pitchFamily="2" charset="2"/>
              <a:buChar char="q"/>
            </a:pPr>
            <a:endParaRPr lang="en-US" sz="2500" b="0" i="0" dirty="0">
              <a:solidFill>
                <a:srgbClr val="000000"/>
              </a:solidFill>
              <a:effectLst/>
              <a:latin typeface="Calibri (Body)"/>
            </a:endParaRPr>
          </a:p>
          <a:p>
            <a:pPr marL="457200" indent="-457200" algn="l">
              <a:buFont typeface="Wingdings" panose="05000000000000000000" pitchFamily="2" charset="2"/>
              <a:buChar char="q"/>
            </a:pPr>
            <a:endParaRPr lang="en-US" sz="2500" dirty="0">
              <a:solidFill>
                <a:srgbClr val="000000"/>
              </a:solidFill>
              <a:latin typeface="Calibri (Body)"/>
            </a:endParaRPr>
          </a:p>
          <a:p>
            <a:pPr marL="457200" indent="-457200" algn="l">
              <a:buFont typeface="Wingdings" panose="05000000000000000000" pitchFamily="2" charset="2"/>
              <a:buChar char="q"/>
            </a:pPr>
            <a:endParaRPr lang="en-US" sz="2500" b="0" i="0" dirty="0">
              <a:solidFill>
                <a:srgbClr val="000000"/>
              </a:solidFill>
              <a:effectLst/>
              <a:latin typeface="Calibri (Body)"/>
            </a:endParaRPr>
          </a:p>
          <a:p>
            <a:pPr marL="457200" indent="-457200" algn="l">
              <a:buFont typeface="Wingdings" panose="05000000000000000000" pitchFamily="2" charset="2"/>
              <a:buChar char="q"/>
            </a:pPr>
            <a:endParaRPr lang="en-US" sz="2500" dirty="0">
              <a:solidFill>
                <a:srgbClr val="000000"/>
              </a:solidFill>
              <a:latin typeface="Calibri (Body)"/>
            </a:endParaRPr>
          </a:p>
          <a:p>
            <a:pPr marL="457200" indent="-457200" algn="l">
              <a:buFont typeface="Wingdings" panose="05000000000000000000" pitchFamily="2" charset="2"/>
              <a:buChar char="q"/>
            </a:pPr>
            <a:endParaRPr lang="en-US" sz="2500" b="0" i="0" dirty="0">
              <a:solidFill>
                <a:srgbClr val="000000"/>
              </a:solidFill>
              <a:effectLst/>
              <a:latin typeface="Calibri (Body)"/>
            </a:endParaRPr>
          </a:p>
          <a:p>
            <a:pPr marL="457200" indent="-457200" algn="l">
              <a:buFont typeface="Wingdings" panose="05000000000000000000" pitchFamily="2" charset="2"/>
              <a:buChar char="q"/>
            </a:pPr>
            <a:endParaRPr lang="en-US" sz="2500" dirty="0">
              <a:solidFill>
                <a:srgbClr val="000000"/>
              </a:solidFill>
              <a:latin typeface="Calibri (Body)"/>
            </a:endParaRPr>
          </a:p>
        </p:txBody>
      </p:sp>
    </p:spTree>
    <p:extLst>
      <p:ext uri="{BB962C8B-B14F-4D97-AF65-F5344CB8AC3E}">
        <p14:creationId xmlns:p14="http://schemas.microsoft.com/office/powerpoint/2010/main" val="26209873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99000"/>
            <a:lum/>
          </a:blip>
          <a:srcRect/>
          <a:stretch>
            <a:fillRect t="89000" r="85000" b="-1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3DCE86-C2BA-4713-9E7A-73589E8D6CCF}"/>
              </a:ext>
            </a:extLst>
          </p:cNvPr>
          <p:cNvSpPr>
            <a:spLocks noGrp="1"/>
          </p:cNvSpPr>
          <p:nvPr>
            <p:ph type="ctrTitle"/>
          </p:nvPr>
        </p:nvSpPr>
        <p:spPr>
          <a:xfrm>
            <a:off x="1524000" y="497150"/>
            <a:ext cx="9144000" cy="718459"/>
          </a:xfrm>
        </p:spPr>
        <p:txBody>
          <a:bodyPr>
            <a:normAutofit fontScale="90000"/>
          </a:bodyPr>
          <a:lstStyle/>
          <a:p>
            <a:r>
              <a:rPr lang="en-PH" b="1" dirty="0"/>
              <a:t>Abstract Class</a:t>
            </a:r>
          </a:p>
        </p:txBody>
      </p:sp>
      <p:sp>
        <p:nvSpPr>
          <p:cNvPr id="4" name="Footer Placeholder 3">
            <a:extLst>
              <a:ext uri="{FF2B5EF4-FFF2-40B4-BE49-F238E27FC236}">
                <a16:creationId xmlns:a16="http://schemas.microsoft.com/office/drawing/2014/main" id="{638E7DE1-45EE-476A-A474-0F3C264AEDA3}"/>
              </a:ext>
            </a:extLst>
          </p:cNvPr>
          <p:cNvSpPr>
            <a:spLocks noGrp="1"/>
          </p:cNvSpPr>
          <p:nvPr>
            <p:ph type="ftr" sz="quarter" idx="11"/>
          </p:nvPr>
        </p:nvSpPr>
        <p:spPr>
          <a:xfrm>
            <a:off x="0" y="6139541"/>
            <a:ext cx="12192000" cy="718459"/>
          </a:xfrm>
          <a:ln w="28575">
            <a:solidFill>
              <a:schemeClr val="accent5">
                <a:lumMod val="50000"/>
              </a:schemeClr>
            </a:solidFill>
          </a:ln>
        </p:spPr>
        <p:txBody>
          <a:bodyPr/>
          <a:lstStyle/>
          <a:p>
            <a:pPr algn="r"/>
            <a:r>
              <a:rPr lang="en-PH" b="1">
                <a:solidFill>
                  <a:schemeClr val="tx1"/>
                </a:solidFill>
              </a:rPr>
              <a:t>CCPRGG2L</a:t>
            </a:r>
            <a:endParaRPr lang="en-PH" dirty="0"/>
          </a:p>
        </p:txBody>
      </p:sp>
      <p:sp>
        <p:nvSpPr>
          <p:cNvPr id="5" name="Title 1">
            <a:extLst>
              <a:ext uri="{FF2B5EF4-FFF2-40B4-BE49-F238E27FC236}">
                <a16:creationId xmlns:a16="http://schemas.microsoft.com/office/drawing/2014/main" id="{3444037F-B658-D82C-5DCA-53E8AA1493D7}"/>
              </a:ext>
            </a:extLst>
          </p:cNvPr>
          <p:cNvSpPr txBox="1">
            <a:spLocks/>
          </p:cNvSpPr>
          <p:nvPr/>
        </p:nvSpPr>
        <p:spPr>
          <a:xfrm>
            <a:off x="1524000" y="1516449"/>
            <a:ext cx="9144000" cy="4290585"/>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342900" indent="-342900" algn="l">
              <a:buFont typeface="Wingdings" panose="05000000000000000000" pitchFamily="2" charset="2"/>
              <a:buChar char="q"/>
            </a:pPr>
            <a:r>
              <a:rPr lang="en-US" sz="2500" dirty="0">
                <a:solidFill>
                  <a:srgbClr val="000000"/>
                </a:solidFill>
                <a:latin typeface="Calibri (Body)"/>
              </a:rPr>
              <a:t>An abstract class is a </a:t>
            </a:r>
            <a:r>
              <a:rPr lang="en-US" sz="2500" b="0" i="0" dirty="0">
                <a:solidFill>
                  <a:srgbClr val="000000"/>
                </a:solidFill>
                <a:effectLst/>
                <a:latin typeface="Calibri (Body)"/>
              </a:rPr>
              <a:t>restricted class that </a:t>
            </a:r>
            <a:r>
              <a:rPr lang="en-US" sz="2500" b="1" i="0" dirty="0">
                <a:solidFill>
                  <a:srgbClr val="000000"/>
                </a:solidFill>
                <a:effectLst/>
                <a:latin typeface="Calibri (Body)"/>
              </a:rPr>
              <a:t>cannot be used to create objects.</a:t>
            </a:r>
          </a:p>
          <a:p>
            <a:pPr marL="171450" indent="-171450" algn="l">
              <a:buFont typeface="Wingdings" panose="05000000000000000000" pitchFamily="2" charset="2"/>
              <a:buChar char="q"/>
            </a:pPr>
            <a:endParaRPr lang="en-US" sz="2500" b="0" i="0" dirty="0">
              <a:solidFill>
                <a:srgbClr val="000000"/>
              </a:solidFill>
              <a:effectLst/>
              <a:latin typeface="Calibri (Body)"/>
            </a:endParaRPr>
          </a:p>
          <a:p>
            <a:pPr marL="171450" indent="-171450" algn="l">
              <a:buFont typeface="Wingdings" panose="05000000000000000000" pitchFamily="2" charset="2"/>
              <a:buChar char="q"/>
            </a:pPr>
            <a:r>
              <a:rPr lang="en-US" sz="2500" b="0" i="0" dirty="0">
                <a:solidFill>
                  <a:srgbClr val="000000"/>
                </a:solidFill>
                <a:effectLst/>
                <a:latin typeface="Calibri (Body)"/>
              </a:rPr>
              <a:t> An abstract class can have both abstract and regular methods.</a:t>
            </a:r>
          </a:p>
          <a:p>
            <a:pPr algn="l"/>
            <a:endParaRPr lang="en-US" sz="2500" b="0" i="0" dirty="0">
              <a:solidFill>
                <a:srgbClr val="000000"/>
              </a:solidFill>
              <a:effectLst/>
              <a:latin typeface="Calibri (Body)"/>
            </a:endParaRPr>
          </a:p>
          <a:p>
            <a:pPr marL="342900" indent="-342900" algn="l">
              <a:buFont typeface="Wingdings" panose="05000000000000000000" pitchFamily="2" charset="2"/>
              <a:buChar char="q"/>
            </a:pPr>
            <a:r>
              <a:rPr lang="en-US" sz="2500" i="0" dirty="0">
                <a:solidFill>
                  <a:srgbClr val="000000"/>
                </a:solidFill>
                <a:effectLst/>
                <a:latin typeface="Calibri (Body)"/>
              </a:rPr>
              <a:t>An abstract method is a method that </a:t>
            </a:r>
            <a:r>
              <a:rPr lang="en-US" sz="2500" b="1" i="0" dirty="0">
                <a:solidFill>
                  <a:srgbClr val="000000"/>
                </a:solidFill>
                <a:effectLst/>
                <a:latin typeface="Calibri (Body)"/>
              </a:rPr>
              <a:t>does not have a body </a:t>
            </a:r>
            <a:r>
              <a:rPr lang="en-US" sz="2500" i="0" dirty="0">
                <a:solidFill>
                  <a:srgbClr val="000000"/>
                </a:solidFill>
                <a:effectLst/>
                <a:latin typeface="Calibri (Body)"/>
              </a:rPr>
              <a:t>and </a:t>
            </a:r>
            <a:r>
              <a:rPr lang="en-US" sz="2500" b="1" i="0" dirty="0">
                <a:solidFill>
                  <a:srgbClr val="000000"/>
                </a:solidFill>
                <a:effectLst/>
                <a:latin typeface="Calibri (Body)"/>
              </a:rPr>
              <a:t>can only be used in an abstract class.</a:t>
            </a:r>
            <a:endParaRPr lang="en-US" sz="2500" b="1" dirty="0">
              <a:solidFill>
                <a:srgbClr val="000000"/>
              </a:solidFill>
              <a:latin typeface="Calibri (Body)"/>
            </a:endParaRPr>
          </a:p>
          <a:p>
            <a:pPr marL="342900" indent="-342900" algn="l">
              <a:buFont typeface="Wingdings" panose="05000000000000000000" pitchFamily="2" charset="2"/>
              <a:buChar char="q"/>
            </a:pPr>
            <a:endParaRPr lang="en-US" sz="2500" b="0" i="0" dirty="0">
              <a:solidFill>
                <a:srgbClr val="000000"/>
              </a:solidFill>
              <a:effectLst/>
              <a:latin typeface="Calibri (Body)"/>
            </a:endParaRPr>
          </a:p>
          <a:p>
            <a:pPr marL="342900" indent="-342900" algn="l">
              <a:buFont typeface="Wingdings" panose="05000000000000000000" pitchFamily="2" charset="2"/>
              <a:buChar char="q"/>
            </a:pPr>
            <a:r>
              <a:rPr lang="en-US" sz="2500" i="0" dirty="0">
                <a:solidFill>
                  <a:srgbClr val="000000"/>
                </a:solidFill>
                <a:effectLst/>
                <a:latin typeface="Calibri (Body)"/>
              </a:rPr>
              <a:t>Once an abstract methods is declared in the superclass, </a:t>
            </a:r>
            <a:r>
              <a:rPr lang="en-US" sz="2500" b="1" i="0" dirty="0">
                <a:solidFill>
                  <a:srgbClr val="000000"/>
                </a:solidFill>
                <a:effectLst/>
                <a:latin typeface="Calibri (Body)"/>
              </a:rPr>
              <a:t>it will be </a:t>
            </a:r>
            <a:r>
              <a:rPr lang="en-US" sz="2500" b="1" dirty="0">
                <a:solidFill>
                  <a:srgbClr val="000000"/>
                </a:solidFill>
                <a:latin typeface="Calibri (Body)"/>
              </a:rPr>
              <a:t>mandatory for all subclasses</a:t>
            </a:r>
            <a:r>
              <a:rPr lang="en-US" sz="2500" dirty="0">
                <a:solidFill>
                  <a:srgbClr val="000000"/>
                </a:solidFill>
                <a:latin typeface="Calibri (Body)"/>
              </a:rPr>
              <a:t>.</a:t>
            </a:r>
          </a:p>
          <a:p>
            <a:pPr marL="342900" indent="-342900" algn="l">
              <a:buFont typeface="Wingdings" panose="05000000000000000000" pitchFamily="2" charset="2"/>
              <a:buChar char="q"/>
            </a:pPr>
            <a:endParaRPr lang="en-US" sz="2500" dirty="0">
              <a:solidFill>
                <a:srgbClr val="000000"/>
              </a:solidFill>
              <a:latin typeface="Calibri (Body)"/>
            </a:endParaRPr>
          </a:p>
          <a:p>
            <a:pPr marL="342900" indent="-342900" algn="l">
              <a:buFont typeface="Wingdings" panose="05000000000000000000" pitchFamily="2" charset="2"/>
              <a:buChar char="q"/>
            </a:pPr>
            <a:endParaRPr lang="en-US" sz="2500" b="0" i="0" dirty="0">
              <a:solidFill>
                <a:srgbClr val="000000"/>
              </a:solidFill>
              <a:effectLst/>
              <a:latin typeface="Calibri (Body)"/>
            </a:endParaRPr>
          </a:p>
        </p:txBody>
      </p:sp>
    </p:spTree>
    <p:extLst>
      <p:ext uri="{BB962C8B-B14F-4D97-AF65-F5344CB8AC3E}">
        <p14:creationId xmlns:p14="http://schemas.microsoft.com/office/powerpoint/2010/main" val="34076063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99000"/>
            <a:lum/>
          </a:blip>
          <a:srcRect/>
          <a:stretch>
            <a:fillRect t="89000" r="85000" b="-1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3DCE86-C2BA-4713-9E7A-73589E8D6CCF}"/>
              </a:ext>
            </a:extLst>
          </p:cNvPr>
          <p:cNvSpPr>
            <a:spLocks noGrp="1"/>
          </p:cNvSpPr>
          <p:nvPr>
            <p:ph type="ctrTitle"/>
          </p:nvPr>
        </p:nvSpPr>
        <p:spPr>
          <a:xfrm>
            <a:off x="1524000" y="497150"/>
            <a:ext cx="9144000" cy="718459"/>
          </a:xfrm>
        </p:spPr>
        <p:txBody>
          <a:bodyPr>
            <a:normAutofit fontScale="90000"/>
          </a:bodyPr>
          <a:lstStyle/>
          <a:p>
            <a:r>
              <a:rPr lang="en-PH" b="1" dirty="0"/>
              <a:t>Abstract Class and Method</a:t>
            </a:r>
          </a:p>
        </p:txBody>
      </p:sp>
      <p:sp>
        <p:nvSpPr>
          <p:cNvPr id="4" name="Footer Placeholder 3">
            <a:extLst>
              <a:ext uri="{FF2B5EF4-FFF2-40B4-BE49-F238E27FC236}">
                <a16:creationId xmlns:a16="http://schemas.microsoft.com/office/drawing/2014/main" id="{638E7DE1-45EE-476A-A474-0F3C264AEDA3}"/>
              </a:ext>
            </a:extLst>
          </p:cNvPr>
          <p:cNvSpPr>
            <a:spLocks noGrp="1"/>
          </p:cNvSpPr>
          <p:nvPr>
            <p:ph type="ftr" sz="quarter" idx="11"/>
          </p:nvPr>
        </p:nvSpPr>
        <p:spPr>
          <a:xfrm>
            <a:off x="0" y="6139541"/>
            <a:ext cx="12192000" cy="718459"/>
          </a:xfrm>
          <a:ln w="28575">
            <a:solidFill>
              <a:schemeClr val="accent5">
                <a:lumMod val="50000"/>
              </a:schemeClr>
            </a:solidFill>
          </a:ln>
        </p:spPr>
        <p:txBody>
          <a:bodyPr/>
          <a:lstStyle/>
          <a:p>
            <a:pPr algn="r"/>
            <a:r>
              <a:rPr lang="en-PH" b="1">
                <a:solidFill>
                  <a:schemeClr val="tx1"/>
                </a:solidFill>
              </a:rPr>
              <a:t>CCPRGG2L</a:t>
            </a:r>
            <a:endParaRPr lang="en-PH" dirty="0"/>
          </a:p>
        </p:txBody>
      </p:sp>
      <p:sp>
        <p:nvSpPr>
          <p:cNvPr id="3" name="TextBox 2">
            <a:extLst>
              <a:ext uri="{FF2B5EF4-FFF2-40B4-BE49-F238E27FC236}">
                <a16:creationId xmlns:a16="http://schemas.microsoft.com/office/drawing/2014/main" id="{3AE498EA-E3B2-4C18-BCC7-CD2F91399E9C}"/>
              </a:ext>
            </a:extLst>
          </p:cNvPr>
          <p:cNvSpPr txBox="1"/>
          <p:nvPr/>
        </p:nvSpPr>
        <p:spPr>
          <a:xfrm>
            <a:off x="1524000" y="1647024"/>
            <a:ext cx="4231710" cy="477054"/>
          </a:xfrm>
          <a:prstGeom prst="rect">
            <a:avLst/>
          </a:prstGeom>
          <a:noFill/>
        </p:spPr>
        <p:txBody>
          <a:bodyPr wrap="square" rtlCol="0">
            <a:spAutoFit/>
          </a:bodyPr>
          <a:lstStyle/>
          <a:p>
            <a:r>
              <a:rPr lang="en-PH" sz="2500" dirty="0">
                <a:solidFill>
                  <a:srgbClr val="7030A0"/>
                </a:solidFill>
                <a:latin typeface="Consolas" panose="020B0609020204030204" pitchFamily="49" charset="0"/>
              </a:rPr>
              <a:t>abstract class </a:t>
            </a:r>
            <a:r>
              <a:rPr lang="en-PH" sz="2500" dirty="0">
                <a:solidFill>
                  <a:srgbClr val="0070C0"/>
                </a:solidFill>
                <a:latin typeface="Consolas" panose="020B0609020204030204" pitchFamily="49" charset="0"/>
              </a:rPr>
              <a:t>Animal</a:t>
            </a:r>
            <a:r>
              <a:rPr lang="en-PH" sz="2500" dirty="0">
                <a:solidFill>
                  <a:srgbClr val="7030A0"/>
                </a:solidFill>
                <a:latin typeface="Consolas" panose="020B0609020204030204" pitchFamily="49" charset="0"/>
              </a:rPr>
              <a:t> </a:t>
            </a:r>
            <a:r>
              <a:rPr lang="en-PH" sz="2500" dirty="0">
                <a:latin typeface="Consolas" panose="020B0609020204030204" pitchFamily="49" charset="0"/>
              </a:rPr>
              <a:t>{</a:t>
            </a:r>
            <a:endParaRPr lang="en-PH" sz="2500" dirty="0"/>
          </a:p>
        </p:txBody>
      </p:sp>
      <p:sp>
        <p:nvSpPr>
          <p:cNvPr id="8" name="TextBox 7">
            <a:extLst>
              <a:ext uri="{FF2B5EF4-FFF2-40B4-BE49-F238E27FC236}">
                <a16:creationId xmlns:a16="http://schemas.microsoft.com/office/drawing/2014/main" id="{641E1410-B383-6143-9199-7C020E0612D9}"/>
              </a:ext>
            </a:extLst>
          </p:cNvPr>
          <p:cNvSpPr txBox="1"/>
          <p:nvPr/>
        </p:nvSpPr>
        <p:spPr>
          <a:xfrm>
            <a:off x="1899781" y="2260003"/>
            <a:ext cx="6498920" cy="861774"/>
          </a:xfrm>
          <a:prstGeom prst="rect">
            <a:avLst/>
          </a:prstGeom>
          <a:noFill/>
        </p:spPr>
        <p:txBody>
          <a:bodyPr wrap="square" rtlCol="0">
            <a:spAutoFit/>
          </a:bodyPr>
          <a:lstStyle/>
          <a:p>
            <a:r>
              <a:rPr lang="en-PH" sz="2500" dirty="0">
                <a:solidFill>
                  <a:srgbClr val="7030A0"/>
                </a:solidFill>
                <a:latin typeface="Consolas" panose="020B0609020204030204" pitchFamily="49" charset="0"/>
              </a:rPr>
              <a:t>public</a:t>
            </a:r>
            <a:r>
              <a:rPr lang="en-PH" sz="2500" dirty="0">
                <a:solidFill>
                  <a:srgbClr val="00B0F0"/>
                </a:solidFill>
                <a:latin typeface="Consolas" panose="020B0609020204030204" pitchFamily="49" charset="0"/>
              </a:rPr>
              <a:t> abstract void</a:t>
            </a:r>
            <a:r>
              <a:rPr lang="en-PH" sz="2500" dirty="0">
                <a:latin typeface="Consolas" panose="020B0609020204030204" pitchFamily="49" charset="0"/>
              </a:rPr>
              <a:t> </a:t>
            </a:r>
            <a:r>
              <a:rPr lang="en-PH" sz="2500" dirty="0">
                <a:solidFill>
                  <a:srgbClr val="0070C0"/>
                </a:solidFill>
                <a:latin typeface="Consolas" panose="020B0609020204030204" pitchFamily="49" charset="0"/>
              </a:rPr>
              <a:t>eat()</a:t>
            </a:r>
            <a:r>
              <a:rPr lang="en-PH" sz="2500" dirty="0">
                <a:latin typeface="Consolas" panose="020B0609020204030204" pitchFamily="49" charset="0"/>
              </a:rPr>
              <a:t>;</a:t>
            </a:r>
          </a:p>
          <a:p>
            <a:endParaRPr lang="en-PH" sz="2500" dirty="0"/>
          </a:p>
        </p:txBody>
      </p:sp>
      <p:sp>
        <p:nvSpPr>
          <p:cNvPr id="9" name="TextBox 8">
            <a:extLst>
              <a:ext uri="{FF2B5EF4-FFF2-40B4-BE49-F238E27FC236}">
                <a16:creationId xmlns:a16="http://schemas.microsoft.com/office/drawing/2014/main" id="{1F7D5121-5306-00FD-AA68-B199CE99601B}"/>
              </a:ext>
            </a:extLst>
          </p:cNvPr>
          <p:cNvSpPr txBox="1"/>
          <p:nvPr/>
        </p:nvSpPr>
        <p:spPr>
          <a:xfrm>
            <a:off x="1524000" y="4642321"/>
            <a:ext cx="375781" cy="477054"/>
          </a:xfrm>
          <a:prstGeom prst="rect">
            <a:avLst/>
          </a:prstGeom>
          <a:noFill/>
        </p:spPr>
        <p:txBody>
          <a:bodyPr wrap="square" rtlCol="0">
            <a:spAutoFit/>
          </a:bodyPr>
          <a:lstStyle/>
          <a:p>
            <a:r>
              <a:rPr lang="en-PH" sz="2500" dirty="0">
                <a:latin typeface="Consolas" panose="020B0609020204030204" pitchFamily="49" charset="0"/>
              </a:rPr>
              <a:t>}</a:t>
            </a:r>
            <a:endParaRPr lang="en-PH" sz="2500" dirty="0"/>
          </a:p>
        </p:txBody>
      </p:sp>
      <p:sp>
        <p:nvSpPr>
          <p:cNvPr id="10" name="TextBox 9">
            <a:extLst>
              <a:ext uri="{FF2B5EF4-FFF2-40B4-BE49-F238E27FC236}">
                <a16:creationId xmlns:a16="http://schemas.microsoft.com/office/drawing/2014/main" id="{A0BF8685-CF5D-5A7D-6C65-694F7CAFA9F7}"/>
              </a:ext>
            </a:extLst>
          </p:cNvPr>
          <p:cNvSpPr txBox="1"/>
          <p:nvPr/>
        </p:nvSpPr>
        <p:spPr>
          <a:xfrm>
            <a:off x="1899780" y="2864912"/>
            <a:ext cx="6974909" cy="2015936"/>
          </a:xfrm>
          <a:prstGeom prst="rect">
            <a:avLst/>
          </a:prstGeom>
          <a:noFill/>
        </p:spPr>
        <p:txBody>
          <a:bodyPr wrap="square" rtlCol="0">
            <a:spAutoFit/>
          </a:bodyPr>
          <a:lstStyle/>
          <a:p>
            <a:r>
              <a:rPr lang="en-PH" sz="2500" dirty="0">
                <a:solidFill>
                  <a:srgbClr val="7030A0"/>
                </a:solidFill>
                <a:latin typeface="Consolas" panose="020B0609020204030204" pitchFamily="49" charset="0"/>
              </a:rPr>
              <a:t>public</a:t>
            </a:r>
            <a:r>
              <a:rPr lang="en-PH" sz="2500" dirty="0">
                <a:latin typeface="Consolas" panose="020B0609020204030204" pitchFamily="49" charset="0"/>
              </a:rPr>
              <a:t> </a:t>
            </a:r>
            <a:r>
              <a:rPr lang="en-PH" sz="2500" dirty="0">
                <a:solidFill>
                  <a:srgbClr val="00B0F0"/>
                </a:solidFill>
                <a:latin typeface="Consolas" panose="020B0609020204030204" pitchFamily="49" charset="0"/>
              </a:rPr>
              <a:t>void </a:t>
            </a:r>
            <a:r>
              <a:rPr lang="en-PH" sz="2500" dirty="0">
                <a:solidFill>
                  <a:srgbClr val="0070C0"/>
                </a:solidFill>
                <a:latin typeface="Consolas" panose="020B0609020204030204" pitchFamily="49" charset="0"/>
              </a:rPr>
              <a:t>sleep</a:t>
            </a:r>
            <a:r>
              <a:rPr lang="en-PH" sz="2500" dirty="0">
                <a:latin typeface="Consolas" panose="020B0609020204030204" pitchFamily="49" charset="0"/>
              </a:rPr>
              <a:t>() {</a:t>
            </a:r>
          </a:p>
          <a:p>
            <a:endParaRPr lang="en-PH" sz="2500" dirty="0">
              <a:latin typeface="Consolas" panose="020B0609020204030204" pitchFamily="49" charset="0"/>
            </a:endParaRPr>
          </a:p>
          <a:p>
            <a:r>
              <a:rPr lang="en-PH" sz="2500" dirty="0">
                <a:latin typeface="Consolas" panose="020B0609020204030204" pitchFamily="49" charset="0"/>
              </a:rPr>
              <a:t>	</a:t>
            </a:r>
            <a:r>
              <a:rPr lang="en-PH" sz="2500" dirty="0" err="1">
                <a:latin typeface="Consolas" panose="020B0609020204030204" pitchFamily="49" charset="0"/>
              </a:rPr>
              <a:t>System.out.println</a:t>
            </a:r>
            <a:r>
              <a:rPr lang="en-PH" sz="2500" dirty="0">
                <a:latin typeface="Consolas" panose="020B0609020204030204" pitchFamily="49" charset="0"/>
              </a:rPr>
              <a:t>(“Zzzz”);</a:t>
            </a:r>
          </a:p>
          <a:p>
            <a:r>
              <a:rPr lang="en-PH" sz="2500" dirty="0">
                <a:latin typeface="Consolas" panose="020B0609020204030204" pitchFamily="49" charset="0"/>
              </a:rPr>
              <a:t>}</a:t>
            </a:r>
          </a:p>
          <a:p>
            <a:endParaRPr lang="en-PH" sz="2500" dirty="0"/>
          </a:p>
        </p:txBody>
      </p:sp>
      <p:sp>
        <p:nvSpPr>
          <p:cNvPr id="11" name="TextBox 10">
            <a:extLst>
              <a:ext uri="{FF2B5EF4-FFF2-40B4-BE49-F238E27FC236}">
                <a16:creationId xmlns:a16="http://schemas.microsoft.com/office/drawing/2014/main" id="{A37006AC-07A7-0EAD-8E67-29E92BA13DA7}"/>
              </a:ext>
            </a:extLst>
          </p:cNvPr>
          <p:cNvSpPr txBox="1"/>
          <p:nvPr/>
        </p:nvSpPr>
        <p:spPr>
          <a:xfrm>
            <a:off x="8811879" y="2273547"/>
            <a:ext cx="2854625" cy="477054"/>
          </a:xfrm>
          <a:prstGeom prst="rect">
            <a:avLst/>
          </a:prstGeom>
          <a:noFill/>
        </p:spPr>
        <p:txBody>
          <a:bodyPr wrap="square" rtlCol="0">
            <a:spAutoFit/>
          </a:bodyPr>
          <a:lstStyle/>
          <a:p>
            <a:r>
              <a:rPr lang="en-PH" sz="2500" b="1" dirty="0">
                <a:solidFill>
                  <a:srgbClr val="FF0000"/>
                </a:solidFill>
              </a:rPr>
              <a:t>abstract method</a:t>
            </a:r>
          </a:p>
        </p:txBody>
      </p:sp>
      <p:sp>
        <p:nvSpPr>
          <p:cNvPr id="12" name="Arrow: Left 11">
            <a:extLst>
              <a:ext uri="{FF2B5EF4-FFF2-40B4-BE49-F238E27FC236}">
                <a16:creationId xmlns:a16="http://schemas.microsoft.com/office/drawing/2014/main" id="{B8FAC8C9-ACC4-F773-C5D7-E9082706C587}"/>
              </a:ext>
            </a:extLst>
          </p:cNvPr>
          <p:cNvSpPr/>
          <p:nvPr/>
        </p:nvSpPr>
        <p:spPr>
          <a:xfrm>
            <a:off x="7632343" y="2266117"/>
            <a:ext cx="978408" cy="484632"/>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Tree>
    <p:extLst>
      <p:ext uri="{BB962C8B-B14F-4D97-AF65-F5344CB8AC3E}">
        <p14:creationId xmlns:p14="http://schemas.microsoft.com/office/powerpoint/2010/main" val="32640529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par>
                                <p:cTn id="8" presetID="42"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1000"/>
                                        <p:tgtEl>
                                          <p:spTgt spid="9"/>
                                        </p:tgtEl>
                                      </p:cBhvr>
                                    </p:animEffect>
                                    <p:anim calcmode="lin" valueType="num">
                                      <p:cBhvr>
                                        <p:cTn id="11" dur="1000" fill="hold"/>
                                        <p:tgtEl>
                                          <p:spTgt spid="9"/>
                                        </p:tgtEl>
                                        <p:attrNameLst>
                                          <p:attrName>ppt_x</p:attrName>
                                        </p:attrNameLst>
                                      </p:cBhvr>
                                      <p:tavLst>
                                        <p:tav tm="0">
                                          <p:val>
                                            <p:strVal val="#ppt_x"/>
                                          </p:val>
                                        </p:tav>
                                        <p:tav tm="100000">
                                          <p:val>
                                            <p:strVal val="#ppt_x"/>
                                          </p:val>
                                        </p:tav>
                                      </p:tavLst>
                                    </p:anim>
                                    <p:anim calcmode="lin" valueType="num">
                                      <p:cBhvr>
                                        <p:cTn id="12"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1000"/>
                                        <p:tgtEl>
                                          <p:spTgt spid="8"/>
                                        </p:tgtEl>
                                      </p:cBhvr>
                                    </p:animEffect>
                                    <p:anim calcmode="lin" valueType="num">
                                      <p:cBhvr>
                                        <p:cTn id="18" dur="1000" fill="hold"/>
                                        <p:tgtEl>
                                          <p:spTgt spid="8"/>
                                        </p:tgtEl>
                                        <p:attrNameLst>
                                          <p:attrName>ppt_x</p:attrName>
                                        </p:attrNameLst>
                                      </p:cBhvr>
                                      <p:tavLst>
                                        <p:tav tm="0">
                                          <p:val>
                                            <p:strVal val="#ppt_x"/>
                                          </p:val>
                                        </p:tav>
                                        <p:tav tm="100000">
                                          <p:val>
                                            <p:strVal val="#ppt_x"/>
                                          </p:val>
                                        </p:tav>
                                      </p:tavLst>
                                    </p:anim>
                                    <p:anim calcmode="lin" valueType="num">
                                      <p:cBhvr>
                                        <p:cTn id="1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1000"/>
                                        <p:tgtEl>
                                          <p:spTgt spid="10"/>
                                        </p:tgtEl>
                                      </p:cBhvr>
                                    </p:animEffect>
                                    <p:anim calcmode="lin" valueType="num">
                                      <p:cBhvr>
                                        <p:cTn id="25" dur="1000" fill="hold"/>
                                        <p:tgtEl>
                                          <p:spTgt spid="10"/>
                                        </p:tgtEl>
                                        <p:attrNameLst>
                                          <p:attrName>ppt_x</p:attrName>
                                        </p:attrNameLst>
                                      </p:cBhvr>
                                      <p:tavLst>
                                        <p:tav tm="0">
                                          <p:val>
                                            <p:strVal val="#ppt_x"/>
                                          </p:val>
                                        </p:tav>
                                        <p:tav tm="100000">
                                          <p:val>
                                            <p:strVal val="#ppt_x"/>
                                          </p:val>
                                        </p:tav>
                                      </p:tavLst>
                                    </p:anim>
                                    <p:anim calcmode="lin" valueType="num">
                                      <p:cBhvr>
                                        <p:cTn id="26"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14" presetClass="entr" presetSubtype="1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randombar(horizontal)">
                                      <p:cBhvr>
                                        <p:cTn id="31" dur="500"/>
                                        <p:tgtEl>
                                          <p:spTgt spid="12"/>
                                        </p:tgtEl>
                                      </p:cBhvr>
                                    </p:animEffect>
                                  </p:childTnLst>
                                </p:cTn>
                              </p:par>
                              <p:par>
                                <p:cTn id="32" presetID="14" presetClass="entr" presetSubtype="10" fill="hold" grpId="0" nodeType="with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randombar(horizontal)">
                                      <p:cBhvr>
                                        <p:cTn id="34"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8" grpId="0"/>
      <p:bldP spid="9" grpId="0"/>
      <p:bldP spid="10" grpId="0"/>
      <p:bldP spid="11" grpId="0"/>
      <p:bldP spid="12"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99000"/>
            <a:lum/>
          </a:blip>
          <a:srcRect/>
          <a:stretch>
            <a:fillRect t="89000" r="85000" b="-1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3DCE86-C2BA-4713-9E7A-73589E8D6CCF}"/>
              </a:ext>
            </a:extLst>
          </p:cNvPr>
          <p:cNvSpPr>
            <a:spLocks noGrp="1"/>
          </p:cNvSpPr>
          <p:nvPr>
            <p:ph type="ctrTitle"/>
          </p:nvPr>
        </p:nvSpPr>
        <p:spPr/>
        <p:txBody>
          <a:bodyPr>
            <a:normAutofit/>
          </a:bodyPr>
          <a:lstStyle/>
          <a:p>
            <a:r>
              <a:rPr lang="en-PH" b="1" dirty="0"/>
              <a:t>Interface</a:t>
            </a:r>
          </a:p>
        </p:txBody>
      </p:sp>
      <p:sp>
        <p:nvSpPr>
          <p:cNvPr id="4" name="Footer Placeholder 3">
            <a:extLst>
              <a:ext uri="{FF2B5EF4-FFF2-40B4-BE49-F238E27FC236}">
                <a16:creationId xmlns:a16="http://schemas.microsoft.com/office/drawing/2014/main" id="{638E7DE1-45EE-476A-A474-0F3C264AEDA3}"/>
              </a:ext>
            </a:extLst>
          </p:cNvPr>
          <p:cNvSpPr>
            <a:spLocks noGrp="1"/>
          </p:cNvSpPr>
          <p:nvPr>
            <p:ph type="ftr" sz="quarter" idx="11"/>
          </p:nvPr>
        </p:nvSpPr>
        <p:spPr>
          <a:xfrm>
            <a:off x="0" y="6139541"/>
            <a:ext cx="12192000" cy="718459"/>
          </a:xfrm>
          <a:ln w="28575">
            <a:solidFill>
              <a:schemeClr val="accent5">
                <a:lumMod val="50000"/>
              </a:schemeClr>
            </a:solidFill>
          </a:ln>
        </p:spPr>
        <p:txBody>
          <a:bodyPr/>
          <a:lstStyle/>
          <a:p>
            <a:endParaRPr lang="en-PH" dirty="0"/>
          </a:p>
        </p:txBody>
      </p:sp>
    </p:spTree>
    <p:extLst>
      <p:ext uri="{BB962C8B-B14F-4D97-AF65-F5344CB8AC3E}">
        <p14:creationId xmlns:p14="http://schemas.microsoft.com/office/powerpoint/2010/main" val="30370923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99000"/>
            <a:lum/>
          </a:blip>
          <a:srcRect/>
          <a:stretch>
            <a:fillRect t="89000" r="85000" b="-1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3DCE86-C2BA-4713-9E7A-73589E8D6CCF}"/>
              </a:ext>
            </a:extLst>
          </p:cNvPr>
          <p:cNvSpPr>
            <a:spLocks noGrp="1"/>
          </p:cNvSpPr>
          <p:nvPr>
            <p:ph type="ctrTitle"/>
          </p:nvPr>
        </p:nvSpPr>
        <p:spPr>
          <a:xfrm>
            <a:off x="1524000" y="497150"/>
            <a:ext cx="9144000" cy="718459"/>
          </a:xfrm>
        </p:spPr>
        <p:txBody>
          <a:bodyPr>
            <a:normAutofit fontScale="90000"/>
          </a:bodyPr>
          <a:lstStyle/>
          <a:p>
            <a:r>
              <a:rPr lang="en-PH" b="1" dirty="0"/>
              <a:t>Interface</a:t>
            </a:r>
          </a:p>
        </p:txBody>
      </p:sp>
      <p:sp>
        <p:nvSpPr>
          <p:cNvPr id="4" name="Footer Placeholder 3">
            <a:extLst>
              <a:ext uri="{FF2B5EF4-FFF2-40B4-BE49-F238E27FC236}">
                <a16:creationId xmlns:a16="http://schemas.microsoft.com/office/drawing/2014/main" id="{638E7DE1-45EE-476A-A474-0F3C264AEDA3}"/>
              </a:ext>
            </a:extLst>
          </p:cNvPr>
          <p:cNvSpPr>
            <a:spLocks noGrp="1"/>
          </p:cNvSpPr>
          <p:nvPr>
            <p:ph type="ftr" sz="quarter" idx="11"/>
          </p:nvPr>
        </p:nvSpPr>
        <p:spPr>
          <a:xfrm>
            <a:off x="0" y="6139541"/>
            <a:ext cx="12192000" cy="718459"/>
          </a:xfrm>
          <a:ln w="28575">
            <a:solidFill>
              <a:schemeClr val="accent5">
                <a:lumMod val="50000"/>
              </a:schemeClr>
            </a:solidFill>
          </a:ln>
        </p:spPr>
        <p:txBody>
          <a:bodyPr/>
          <a:lstStyle/>
          <a:p>
            <a:pPr algn="r"/>
            <a:r>
              <a:rPr lang="en-PH" b="1">
                <a:solidFill>
                  <a:schemeClr val="tx1"/>
                </a:solidFill>
              </a:rPr>
              <a:t>CCPRGG2L</a:t>
            </a:r>
            <a:endParaRPr lang="en-PH" dirty="0"/>
          </a:p>
        </p:txBody>
      </p:sp>
      <p:sp>
        <p:nvSpPr>
          <p:cNvPr id="5" name="Title 1">
            <a:extLst>
              <a:ext uri="{FF2B5EF4-FFF2-40B4-BE49-F238E27FC236}">
                <a16:creationId xmlns:a16="http://schemas.microsoft.com/office/drawing/2014/main" id="{3444037F-B658-D82C-5DCA-53E8AA1493D7}"/>
              </a:ext>
            </a:extLst>
          </p:cNvPr>
          <p:cNvSpPr txBox="1">
            <a:spLocks/>
          </p:cNvSpPr>
          <p:nvPr/>
        </p:nvSpPr>
        <p:spPr>
          <a:xfrm>
            <a:off x="1524000" y="1516449"/>
            <a:ext cx="9144000" cy="4290585"/>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342900" indent="-342900" algn="l">
              <a:buFont typeface="Wingdings" panose="05000000000000000000" pitchFamily="2" charset="2"/>
              <a:buChar char="q"/>
            </a:pPr>
            <a:r>
              <a:rPr lang="en-US" sz="2500" dirty="0">
                <a:solidFill>
                  <a:srgbClr val="000000"/>
                </a:solidFill>
                <a:latin typeface="Calibri (Body)"/>
              </a:rPr>
              <a:t>An interface is a purely “abstract class” that is used to group abstract methods.</a:t>
            </a:r>
          </a:p>
          <a:p>
            <a:pPr marL="342900" indent="-342900" algn="l">
              <a:buFont typeface="Wingdings" panose="05000000000000000000" pitchFamily="2" charset="2"/>
              <a:buChar char="q"/>
            </a:pPr>
            <a:endParaRPr lang="en-US" sz="2500" dirty="0">
              <a:solidFill>
                <a:srgbClr val="000000"/>
              </a:solidFill>
              <a:latin typeface="Calibri (Body)"/>
            </a:endParaRPr>
          </a:p>
          <a:p>
            <a:pPr marL="342900" indent="-342900" algn="l">
              <a:buFont typeface="Wingdings" panose="05000000000000000000" pitchFamily="2" charset="2"/>
              <a:buChar char="q"/>
            </a:pPr>
            <a:r>
              <a:rPr lang="en-US" sz="2500" dirty="0">
                <a:solidFill>
                  <a:srgbClr val="000000"/>
                </a:solidFill>
                <a:latin typeface="Calibri (Body)"/>
              </a:rPr>
              <a:t>A purely abstract class or interface is </a:t>
            </a:r>
            <a:r>
              <a:rPr lang="en-US" sz="2500" b="1" dirty="0">
                <a:solidFill>
                  <a:srgbClr val="000000"/>
                </a:solidFill>
                <a:latin typeface="Calibri (Body)"/>
              </a:rPr>
              <a:t>a class with only abstract methods.</a:t>
            </a:r>
          </a:p>
          <a:p>
            <a:pPr algn="l"/>
            <a:endParaRPr lang="en-US" sz="2500" b="0" i="0" dirty="0">
              <a:solidFill>
                <a:srgbClr val="000000"/>
              </a:solidFill>
              <a:effectLst/>
              <a:latin typeface="Calibri (Body)"/>
            </a:endParaRPr>
          </a:p>
          <a:p>
            <a:pPr marL="342900" indent="-342900" algn="l">
              <a:buFont typeface="Wingdings" panose="05000000000000000000" pitchFamily="2" charset="2"/>
              <a:buChar char="q"/>
            </a:pPr>
            <a:r>
              <a:rPr lang="en-US" sz="2500" dirty="0">
                <a:solidFill>
                  <a:srgbClr val="000000"/>
                </a:solidFill>
                <a:latin typeface="Calibri (Body)"/>
              </a:rPr>
              <a:t>I</a:t>
            </a:r>
            <a:r>
              <a:rPr lang="en-US" sz="2500" i="0" dirty="0">
                <a:solidFill>
                  <a:srgbClr val="000000"/>
                </a:solidFill>
                <a:effectLst/>
                <a:latin typeface="Calibri (Body)"/>
              </a:rPr>
              <a:t>nterfaces cannot be </a:t>
            </a:r>
            <a:r>
              <a:rPr lang="en-US" sz="2500" b="0" i="0" dirty="0">
                <a:solidFill>
                  <a:srgbClr val="000000"/>
                </a:solidFill>
                <a:effectLst/>
                <a:latin typeface="Calibri (Body)"/>
              </a:rPr>
              <a:t>used to create objects, thus it cannot contain a constructor.</a:t>
            </a:r>
          </a:p>
          <a:p>
            <a:pPr marL="342900" indent="-342900" algn="l">
              <a:buFont typeface="Wingdings" panose="05000000000000000000" pitchFamily="2" charset="2"/>
              <a:buChar char="q"/>
            </a:pPr>
            <a:endParaRPr lang="en-US" sz="2500" dirty="0">
              <a:solidFill>
                <a:srgbClr val="000000"/>
              </a:solidFill>
              <a:latin typeface="Calibri (Body)"/>
            </a:endParaRPr>
          </a:p>
          <a:p>
            <a:pPr marL="342900" indent="-342900" algn="l">
              <a:buFont typeface="Wingdings" panose="05000000000000000000" pitchFamily="2" charset="2"/>
              <a:buChar char="q"/>
            </a:pPr>
            <a:r>
              <a:rPr lang="en-US" sz="2500" b="0" i="0" dirty="0">
                <a:solidFill>
                  <a:srgbClr val="000000"/>
                </a:solidFill>
                <a:effectLst/>
                <a:latin typeface="Calibri (Body)"/>
              </a:rPr>
              <a:t>To access the interface methods, the interface must be "implemented" by another class with the </a:t>
            </a:r>
            <a:r>
              <a:rPr lang="en-US" sz="2500" b="1" i="0" dirty="0">
                <a:solidFill>
                  <a:srgbClr val="000000"/>
                </a:solidFill>
                <a:effectLst/>
                <a:latin typeface="Calibri (Body)"/>
              </a:rPr>
              <a:t>implements</a:t>
            </a:r>
            <a:r>
              <a:rPr lang="en-US" sz="2500" b="0" i="0" dirty="0">
                <a:solidFill>
                  <a:srgbClr val="000000"/>
                </a:solidFill>
                <a:effectLst/>
                <a:latin typeface="Calibri (Body)"/>
              </a:rPr>
              <a:t> keyword instead of the </a:t>
            </a:r>
            <a:r>
              <a:rPr lang="en-US" sz="2500" b="1" i="0" dirty="0">
                <a:solidFill>
                  <a:srgbClr val="000000"/>
                </a:solidFill>
                <a:effectLst/>
                <a:latin typeface="Calibri (Body)"/>
              </a:rPr>
              <a:t>extends</a:t>
            </a:r>
            <a:r>
              <a:rPr lang="en-US" sz="2500" b="0" i="0" dirty="0">
                <a:solidFill>
                  <a:srgbClr val="000000"/>
                </a:solidFill>
                <a:effectLst/>
                <a:latin typeface="Calibri (Body)"/>
              </a:rPr>
              <a:t> keyword.</a:t>
            </a:r>
          </a:p>
        </p:txBody>
      </p:sp>
    </p:spTree>
    <p:extLst>
      <p:ext uri="{BB962C8B-B14F-4D97-AF65-F5344CB8AC3E}">
        <p14:creationId xmlns:p14="http://schemas.microsoft.com/office/powerpoint/2010/main" val="37026058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99000"/>
            <a:lum/>
          </a:blip>
          <a:srcRect/>
          <a:stretch>
            <a:fillRect t="89000" r="85000" b="-1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3DCE86-C2BA-4713-9E7A-73589E8D6CCF}"/>
              </a:ext>
            </a:extLst>
          </p:cNvPr>
          <p:cNvSpPr>
            <a:spLocks noGrp="1"/>
          </p:cNvSpPr>
          <p:nvPr>
            <p:ph type="ctrTitle"/>
          </p:nvPr>
        </p:nvSpPr>
        <p:spPr>
          <a:xfrm>
            <a:off x="1524000" y="497150"/>
            <a:ext cx="9144000" cy="718459"/>
          </a:xfrm>
        </p:spPr>
        <p:txBody>
          <a:bodyPr>
            <a:normAutofit fontScale="90000"/>
          </a:bodyPr>
          <a:lstStyle/>
          <a:p>
            <a:r>
              <a:rPr lang="en-PH" b="1" dirty="0"/>
              <a:t>Interface</a:t>
            </a:r>
          </a:p>
        </p:txBody>
      </p:sp>
      <p:sp>
        <p:nvSpPr>
          <p:cNvPr id="4" name="Footer Placeholder 3">
            <a:extLst>
              <a:ext uri="{FF2B5EF4-FFF2-40B4-BE49-F238E27FC236}">
                <a16:creationId xmlns:a16="http://schemas.microsoft.com/office/drawing/2014/main" id="{638E7DE1-45EE-476A-A474-0F3C264AEDA3}"/>
              </a:ext>
            </a:extLst>
          </p:cNvPr>
          <p:cNvSpPr>
            <a:spLocks noGrp="1"/>
          </p:cNvSpPr>
          <p:nvPr>
            <p:ph type="ftr" sz="quarter" idx="11"/>
          </p:nvPr>
        </p:nvSpPr>
        <p:spPr>
          <a:xfrm>
            <a:off x="0" y="6139541"/>
            <a:ext cx="12192000" cy="718459"/>
          </a:xfrm>
          <a:ln w="28575">
            <a:solidFill>
              <a:schemeClr val="accent5">
                <a:lumMod val="50000"/>
              </a:schemeClr>
            </a:solidFill>
          </a:ln>
        </p:spPr>
        <p:txBody>
          <a:bodyPr/>
          <a:lstStyle/>
          <a:p>
            <a:pPr algn="r"/>
            <a:r>
              <a:rPr lang="en-PH" b="1">
                <a:solidFill>
                  <a:schemeClr val="tx1"/>
                </a:solidFill>
              </a:rPr>
              <a:t>CCPRGG2L</a:t>
            </a:r>
            <a:endParaRPr lang="en-PH" dirty="0"/>
          </a:p>
        </p:txBody>
      </p:sp>
      <p:sp>
        <p:nvSpPr>
          <p:cNvPr id="3" name="TextBox 2">
            <a:extLst>
              <a:ext uri="{FF2B5EF4-FFF2-40B4-BE49-F238E27FC236}">
                <a16:creationId xmlns:a16="http://schemas.microsoft.com/office/drawing/2014/main" id="{3AE498EA-E3B2-4C18-BCC7-CD2F91399E9C}"/>
              </a:ext>
            </a:extLst>
          </p:cNvPr>
          <p:cNvSpPr txBox="1"/>
          <p:nvPr/>
        </p:nvSpPr>
        <p:spPr>
          <a:xfrm>
            <a:off x="1524000" y="1278239"/>
            <a:ext cx="4231710" cy="477054"/>
          </a:xfrm>
          <a:prstGeom prst="rect">
            <a:avLst/>
          </a:prstGeom>
          <a:noFill/>
        </p:spPr>
        <p:txBody>
          <a:bodyPr wrap="square" rtlCol="0">
            <a:spAutoFit/>
          </a:bodyPr>
          <a:lstStyle/>
          <a:p>
            <a:r>
              <a:rPr lang="en-PH" sz="2500" dirty="0">
                <a:solidFill>
                  <a:srgbClr val="7030A0"/>
                </a:solidFill>
                <a:latin typeface="Consolas" panose="020B0609020204030204" pitchFamily="49" charset="0"/>
              </a:rPr>
              <a:t>interface </a:t>
            </a:r>
            <a:r>
              <a:rPr lang="en-PH" sz="2500" dirty="0">
                <a:solidFill>
                  <a:srgbClr val="0070C0"/>
                </a:solidFill>
                <a:latin typeface="Consolas" panose="020B0609020204030204" pitchFamily="49" charset="0"/>
              </a:rPr>
              <a:t>Animal</a:t>
            </a:r>
            <a:r>
              <a:rPr lang="en-PH" sz="2500" dirty="0">
                <a:solidFill>
                  <a:srgbClr val="7030A0"/>
                </a:solidFill>
                <a:latin typeface="Consolas" panose="020B0609020204030204" pitchFamily="49" charset="0"/>
              </a:rPr>
              <a:t> </a:t>
            </a:r>
            <a:r>
              <a:rPr lang="en-PH" sz="2500" dirty="0">
                <a:latin typeface="Consolas" panose="020B0609020204030204" pitchFamily="49" charset="0"/>
              </a:rPr>
              <a:t>{</a:t>
            </a:r>
            <a:endParaRPr lang="en-PH" sz="2500" dirty="0"/>
          </a:p>
        </p:txBody>
      </p:sp>
      <p:sp>
        <p:nvSpPr>
          <p:cNvPr id="8" name="TextBox 7">
            <a:extLst>
              <a:ext uri="{FF2B5EF4-FFF2-40B4-BE49-F238E27FC236}">
                <a16:creationId xmlns:a16="http://schemas.microsoft.com/office/drawing/2014/main" id="{641E1410-B383-6143-9199-7C020E0612D9}"/>
              </a:ext>
            </a:extLst>
          </p:cNvPr>
          <p:cNvSpPr txBox="1"/>
          <p:nvPr/>
        </p:nvSpPr>
        <p:spPr>
          <a:xfrm>
            <a:off x="1899781" y="1891218"/>
            <a:ext cx="6498920" cy="861774"/>
          </a:xfrm>
          <a:prstGeom prst="rect">
            <a:avLst/>
          </a:prstGeom>
          <a:noFill/>
        </p:spPr>
        <p:txBody>
          <a:bodyPr wrap="square" rtlCol="0">
            <a:spAutoFit/>
          </a:bodyPr>
          <a:lstStyle/>
          <a:p>
            <a:r>
              <a:rPr lang="en-PH" sz="2500" dirty="0">
                <a:solidFill>
                  <a:srgbClr val="7030A0"/>
                </a:solidFill>
                <a:latin typeface="Consolas" panose="020B0609020204030204" pitchFamily="49" charset="0"/>
              </a:rPr>
              <a:t>public</a:t>
            </a:r>
            <a:r>
              <a:rPr lang="en-PH" sz="2500" dirty="0">
                <a:solidFill>
                  <a:srgbClr val="00B0F0"/>
                </a:solidFill>
                <a:latin typeface="Consolas" panose="020B0609020204030204" pitchFamily="49" charset="0"/>
              </a:rPr>
              <a:t> void</a:t>
            </a:r>
            <a:r>
              <a:rPr lang="en-PH" sz="2500" dirty="0">
                <a:latin typeface="Consolas" panose="020B0609020204030204" pitchFamily="49" charset="0"/>
              </a:rPr>
              <a:t> </a:t>
            </a:r>
            <a:r>
              <a:rPr lang="en-PH" sz="2500" dirty="0">
                <a:solidFill>
                  <a:srgbClr val="0070C0"/>
                </a:solidFill>
                <a:latin typeface="Consolas" panose="020B0609020204030204" pitchFamily="49" charset="0"/>
              </a:rPr>
              <a:t>eat()</a:t>
            </a:r>
            <a:r>
              <a:rPr lang="en-PH" sz="2500" dirty="0">
                <a:latin typeface="Consolas" panose="020B0609020204030204" pitchFamily="49" charset="0"/>
              </a:rPr>
              <a:t>;</a:t>
            </a:r>
          </a:p>
          <a:p>
            <a:endParaRPr lang="en-PH" sz="2500" dirty="0"/>
          </a:p>
        </p:txBody>
      </p:sp>
      <p:sp>
        <p:nvSpPr>
          <p:cNvPr id="9" name="TextBox 8">
            <a:extLst>
              <a:ext uri="{FF2B5EF4-FFF2-40B4-BE49-F238E27FC236}">
                <a16:creationId xmlns:a16="http://schemas.microsoft.com/office/drawing/2014/main" id="{1F7D5121-5306-00FD-AA68-B199CE99601B}"/>
              </a:ext>
            </a:extLst>
          </p:cNvPr>
          <p:cNvSpPr txBox="1"/>
          <p:nvPr/>
        </p:nvSpPr>
        <p:spPr>
          <a:xfrm>
            <a:off x="1524000" y="3131261"/>
            <a:ext cx="375781" cy="477054"/>
          </a:xfrm>
          <a:prstGeom prst="rect">
            <a:avLst/>
          </a:prstGeom>
          <a:noFill/>
        </p:spPr>
        <p:txBody>
          <a:bodyPr wrap="square" rtlCol="0">
            <a:spAutoFit/>
          </a:bodyPr>
          <a:lstStyle/>
          <a:p>
            <a:r>
              <a:rPr lang="en-PH" sz="2500" dirty="0">
                <a:latin typeface="Consolas" panose="020B0609020204030204" pitchFamily="49" charset="0"/>
              </a:rPr>
              <a:t>}</a:t>
            </a:r>
            <a:endParaRPr lang="en-PH" sz="2500" dirty="0"/>
          </a:p>
        </p:txBody>
      </p:sp>
      <p:sp>
        <p:nvSpPr>
          <p:cNvPr id="10" name="TextBox 9">
            <a:extLst>
              <a:ext uri="{FF2B5EF4-FFF2-40B4-BE49-F238E27FC236}">
                <a16:creationId xmlns:a16="http://schemas.microsoft.com/office/drawing/2014/main" id="{A0BF8685-CF5D-5A7D-6C65-694F7CAFA9F7}"/>
              </a:ext>
            </a:extLst>
          </p:cNvPr>
          <p:cNvSpPr txBox="1"/>
          <p:nvPr/>
        </p:nvSpPr>
        <p:spPr>
          <a:xfrm>
            <a:off x="1899780" y="2496127"/>
            <a:ext cx="6974909" cy="477054"/>
          </a:xfrm>
          <a:prstGeom prst="rect">
            <a:avLst/>
          </a:prstGeom>
          <a:noFill/>
        </p:spPr>
        <p:txBody>
          <a:bodyPr wrap="square" rtlCol="0">
            <a:spAutoFit/>
          </a:bodyPr>
          <a:lstStyle/>
          <a:p>
            <a:r>
              <a:rPr lang="en-PH" sz="2500" dirty="0">
                <a:solidFill>
                  <a:srgbClr val="7030A0"/>
                </a:solidFill>
                <a:latin typeface="Consolas" panose="020B0609020204030204" pitchFamily="49" charset="0"/>
              </a:rPr>
              <a:t>public</a:t>
            </a:r>
            <a:r>
              <a:rPr lang="en-PH" sz="2500" dirty="0">
                <a:latin typeface="Consolas" panose="020B0609020204030204" pitchFamily="49" charset="0"/>
              </a:rPr>
              <a:t> </a:t>
            </a:r>
            <a:r>
              <a:rPr lang="en-PH" sz="2500" dirty="0">
                <a:solidFill>
                  <a:srgbClr val="00B0F0"/>
                </a:solidFill>
                <a:latin typeface="Consolas" panose="020B0609020204030204" pitchFamily="49" charset="0"/>
              </a:rPr>
              <a:t>void </a:t>
            </a:r>
            <a:r>
              <a:rPr lang="en-PH" sz="2500" dirty="0">
                <a:solidFill>
                  <a:srgbClr val="0070C0"/>
                </a:solidFill>
                <a:latin typeface="Consolas" panose="020B0609020204030204" pitchFamily="49" charset="0"/>
              </a:rPr>
              <a:t>sleep</a:t>
            </a:r>
            <a:r>
              <a:rPr lang="en-PH" sz="2500" dirty="0">
                <a:latin typeface="Consolas" panose="020B0609020204030204" pitchFamily="49" charset="0"/>
              </a:rPr>
              <a:t>();</a:t>
            </a:r>
            <a:endParaRPr lang="en-PH" sz="2500" dirty="0"/>
          </a:p>
        </p:txBody>
      </p:sp>
      <p:sp>
        <p:nvSpPr>
          <p:cNvPr id="5" name="TextBox 4">
            <a:extLst>
              <a:ext uri="{FF2B5EF4-FFF2-40B4-BE49-F238E27FC236}">
                <a16:creationId xmlns:a16="http://schemas.microsoft.com/office/drawing/2014/main" id="{A38B1D47-0CAE-CE3B-051F-CDDC66EE41DE}"/>
              </a:ext>
            </a:extLst>
          </p:cNvPr>
          <p:cNvSpPr txBox="1"/>
          <p:nvPr/>
        </p:nvSpPr>
        <p:spPr>
          <a:xfrm>
            <a:off x="1523999" y="3776645"/>
            <a:ext cx="6498919" cy="477054"/>
          </a:xfrm>
          <a:prstGeom prst="rect">
            <a:avLst/>
          </a:prstGeom>
          <a:noFill/>
        </p:spPr>
        <p:txBody>
          <a:bodyPr wrap="square" rtlCol="0">
            <a:spAutoFit/>
          </a:bodyPr>
          <a:lstStyle/>
          <a:p>
            <a:r>
              <a:rPr lang="en-PH" sz="2500" dirty="0">
                <a:solidFill>
                  <a:srgbClr val="7030A0"/>
                </a:solidFill>
                <a:latin typeface="Consolas" panose="020B0609020204030204" pitchFamily="49" charset="0"/>
              </a:rPr>
              <a:t>public class </a:t>
            </a:r>
            <a:r>
              <a:rPr lang="en-PH" sz="2500" dirty="0">
                <a:solidFill>
                  <a:srgbClr val="0070C0"/>
                </a:solidFill>
                <a:latin typeface="Consolas" panose="020B0609020204030204" pitchFamily="49" charset="0"/>
              </a:rPr>
              <a:t>Cat</a:t>
            </a:r>
            <a:r>
              <a:rPr lang="en-PH" sz="2500" dirty="0">
                <a:solidFill>
                  <a:srgbClr val="7030A0"/>
                </a:solidFill>
                <a:latin typeface="Consolas" panose="020B0609020204030204" pitchFamily="49" charset="0"/>
              </a:rPr>
              <a:t> implements </a:t>
            </a:r>
            <a:r>
              <a:rPr lang="en-PH" sz="2500" dirty="0">
                <a:solidFill>
                  <a:srgbClr val="0070C0"/>
                </a:solidFill>
                <a:latin typeface="Consolas" panose="020B0609020204030204" pitchFamily="49" charset="0"/>
              </a:rPr>
              <a:t>Animal</a:t>
            </a:r>
            <a:r>
              <a:rPr lang="en-PH" sz="2500" dirty="0">
                <a:solidFill>
                  <a:srgbClr val="7030A0"/>
                </a:solidFill>
                <a:latin typeface="Consolas" panose="020B0609020204030204" pitchFamily="49" charset="0"/>
              </a:rPr>
              <a:t> </a:t>
            </a:r>
            <a:r>
              <a:rPr lang="en-PH" sz="2500" dirty="0">
                <a:latin typeface="Consolas" panose="020B0609020204030204" pitchFamily="49" charset="0"/>
              </a:rPr>
              <a:t>{</a:t>
            </a:r>
            <a:endParaRPr lang="en-PH" sz="2500" dirty="0"/>
          </a:p>
        </p:txBody>
      </p:sp>
      <p:sp>
        <p:nvSpPr>
          <p:cNvPr id="6" name="TextBox 5">
            <a:extLst>
              <a:ext uri="{FF2B5EF4-FFF2-40B4-BE49-F238E27FC236}">
                <a16:creationId xmlns:a16="http://schemas.microsoft.com/office/drawing/2014/main" id="{357B7E64-7B43-2C7A-169E-65BECFE179C8}"/>
              </a:ext>
            </a:extLst>
          </p:cNvPr>
          <p:cNvSpPr txBox="1"/>
          <p:nvPr/>
        </p:nvSpPr>
        <p:spPr>
          <a:xfrm>
            <a:off x="1899781" y="4389624"/>
            <a:ext cx="6498920" cy="861774"/>
          </a:xfrm>
          <a:prstGeom prst="rect">
            <a:avLst/>
          </a:prstGeom>
          <a:noFill/>
        </p:spPr>
        <p:txBody>
          <a:bodyPr wrap="square" rtlCol="0">
            <a:spAutoFit/>
          </a:bodyPr>
          <a:lstStyle/>
          <a:p>
            <a:r>
              <a:rPr lang="en-PH" sz="2500" dirty="0">
                <a:solidFill>
                  <a:srgbClr val="7030A0"/>
                </a:solidFill>
                <a:latin typeface="Consolas" panose="020B0609020204030204" pitchFamily="49" charset="0"/>
              </a:rPr>
              <a:t>public</a:t>
            </a:r>
            <a:r>
              <a:rPr lang="en-PH" sz="2500" dirty="0">
                <a:solidFill>
                  <a:srgbClr val="00B0F0"/>
                </a:solidFill>
                <a:latin typeface="Consolas" panose="020B0609020204030204" pitchFamily="49" charset="0"/>
              </a:rPr>
              <a:t> void</a:t>
            </a:r>
            <a:r>
              <a:rPr lang="en-PH" sz="2500" dirty="0">
                <a:latin typeface="Consolas" panose="020B0609020204030204" pitchFamily="49" charset="0"/>
              </a:rPr>
              <a:t> </a:t>
            </a:r>
            <a:r>
              <a:rPr lang="en-PH" sz="2500" dirty="0">
                <a:solidFill>
                  <a:srgbClr val="0070C0"/>
                </a:solidFill>
                <a:latin typeface="Consolas" panose="020B0609020204030204" pitchFamily="49" charset="0"/>
              </a:rPr>
              <a:t>eat</a:t>
            </a:r>
            <a:r>
              <a:rPr lang="en-PH" sz="2500" dirty="0">
                <a:latin typeface="Consolas" panose="020B0609020204030204" pitchFamily="49" charset="0"/>
              </a:rPr>
              <a:t>()</a:t>
            </a:r>
            <a:r>
              <a:rPr lang="en-PH" sz="2500" dirty="0">
                <a:solidFill>
                  <a:srgbClr val="0070C0"/>
                </a:solidFill>
                <a:latin typeface="Consolas" panose="020B0609020204030204" pitchFamily="49" charset="0"/>
              </a:rPr>
              <a:t> </a:t>
            </a:r>
            <a:r>
              <a:rPr lang="en-PH" sz="2500" dirty="0">
                <a:latin typeface="Consolas" panose="020B0609020204030204" pitchFamily="49" charset="0"/>
              </a:rPr>
              <a:t>{};</a:t>
            </a:r>
          </a:p>
          <a:p>
            <a:endParaRPr lang="en-PH" sz="2500" dirty="0"/>
          </a:p>
        </p:txBody>
      </p:sp>
      <p:sp>
        <p:nvSpPr>
          <p:cNvPr id="7" name="TextBox 6">
            <a:extLst>
              <a:ext uri="{FF2B5EF4-FFF2-40B4-BE49-F238E27FC236}">
                <a16:creationId xmlns:a16="http://schemas.microsoft.com/office/drawing/2014/main" id="{F7E6077F-F407-6254-08B6-AE5B4B4DFA21}"/>
              </a:ext>
            </a:extLst>
          </p:cNvPr>
          <p:cNvSpPr txBox="1"/>
          <p:nvPr/>
        </p:nvSpPr>
        <p:spPr>
          <a:xfrm>
            <a:off x="1524000" y="5629667"/>
            <a:ext cx="375781" cy="477054"/>
          </a:xfrm>
          <a:prstGeom prst="rect">
            <a:avLst/>
          </a:prstGeom>
          <a:noFill/>
        </p:spPr>
        <p:txBody>
          <a:bodyPr wrap="square" rtlCol="0">
            <a:spAutoFit/>
          </a:bodyPr>
          <a:lstStyle/>
          <a:p>
            <a:r>
              <a:rPr lang="en-PH" sz="2500" dirty="0">
                <a:latin typeface="Consolas" panose="020B0609020204030204" pitchFamily="49" charset="0"/>
              </a:rPr>
              <a:t>}</a:t>
            </a:r>
            <a:endParaRPr lang="en-PH" sz="2500" dirty="0"/>
          </a:p>
        </p:txBody>
      </p:sp>
      <p:sp>
        <p:nvSpPr>
          <p:cNvPr id="13" name="TextBox 12">
            <a:extLst>
              <a:ext uri="{FF2B5EF4-FFF2-40B4-BE49-F238E27FC236}">
                <a16:creationId xmlns:a16="http://schemas.microsoft.com/office/drawing/2014/main" id="{3F233644-F49E-C23E-D03A-146BA2DAFBB2}"/>
              </a:ext>
            </a:extLst>
          </p:cNvPr>
          <p:cNvSpPr txBox="1"/>
          <p:nvPr/>
        </p:nvSpPr>
        <p:spPr>
          <a:xfrm>
            <a:off x="1899780" y="4994533"/>
            <a:ext cx="6974909" cy="477054"/>
          </a:xfrm>
          <a:prstGeom prst="rect">
            <a:avLst/>
          </a:prstGeom>
          <a:noFill/>
        </p:spPr>
        <p:txBody>
          <a:bodyPr wrap="square" rtlCol="0">
            <a:spAutoFit/>
          </a:bodyPr>
          <a:lstStyle/>
          <a:p>
            <a:r>
              <a:rPr lang="en-PH" sz="2500" dirty="0">
                <a:solidFill>
                  <a:srgbClr val="7030A0"/>
                </a:solidFill>
                <a:latin typeface="Consolas" panose="020B0609020204030204" pitchFamily="49" charset="0"/>
              </a:rPr>
              <a:t>public</a:t>
            </a:r>
            <a:r>
              <a:rPr lang="en-PH" sz="2500" dirty="0">
                <a:latin typeface="Consolas" panose="020B0609020204030204" pitchFamily="49" charset="0"/>
              </a:rPr>
              <a:t> </a:t>
            </a:r>
            <a:r>
              <a:rPr lang="en-PH" sz="2500" dirty="0">
                <a:solidFill>
                  <a:srgbClr val="00B0F0"/>
                </a:solidFill>
                <a:latin typeface="Consolas" panose="020B0609020204030204" pitchFamily="49" charset="0"/>
              </a:rPr>
              <a:t>void </a:t>
            </a:r>
            <a:r>
              <a:rPr lang="en-PH" sz="2500" dirty="0">
                <a:solidFill>
                  <a:srgbClr val="0070C0"/>
                </a:solidFill>
                <a:latin typeface="Consolas" panose="020B0609020204030204" pitchFamily="49" charset="0"/>
              </a:rPr>
              <a:t>sleep</a:t>
            </a:r>
            <a:r>
              <a:rPr lang="en-PH" sz="2500" dirty="0">
                <a:latin typeface="Consolas" panose="020B0609020204030204" pitchFamily="49" charset="0"/>
              </a:rPr>
              <a:t>() {};</a:t>
            </a:r>
            <a:endParaRPr lang="en-PH" sz="2500" dirty="0"/>
          </a:p>
        </p:txBody>
      </p:sp>
      <p:sp>
        <p:nvSpPr>
          <p:cNvPr id="14" name="TextBox 13">
            <a:extLst>
              <a:ext uri="{FF2B5EF4-FFF2-40B4-BE49-F238E27FC236}">
                <a16:creationId xmlns:a16="http://schemas.microsoft.com/office/drawing/2014/main" id="{38F9455A-05A5-3A8F-D058-F8DF2D375AD8}"/>
              </a:ext>
            </a:extLst>
          </p:cNvPr>
          <p:cNvSpPr txBox="1"/>
          <p:nvPr/>
        </p:nvSpPr>
        <p:spPr>
          <a:xfrm>
            <a:off x="8398701" y="4418240"/>
            <a:ext cx="3793299" cy="1631216"/>
          </a:xfrm>
          <a:prstGeom prst="rect">
            <a:avLst/>
          </a:prstGeom>
          <a:noFill/>
        </p:spPr>
        <p:txBody>
          <a:bodyPr wrap="square" rtlCol="0">
            <a:spAutoFit/>
          </a:bodyPr>
          <a:lstStyle/>
          <a:p>
            <a:r>
              <a:rPr lang="en-PH" sz="2500" b="1" dirty="0">
                <a:solidFill>
                  <a:srgbClr val="FF0000"/>
                </a:solidFill>
              </a:rPr>
              <a:t>When implementing interfaces, its methods are mandatory in each subclass</a:t>
            </a:r>
          </a:p>
        </p:txBody>
      </p:sp>
      <p:sp>
        <p:nvSpPr>
          <p:cNvPr id="15" name="Arrow: Left 14">
            <a:extLst>
              <a:ext uri="{FF2B5EF4-FFF2-40B4-BE49-F238E27FC236}">
                <a16:creationId xmlns:a16="http://schemas.microsoft.com/office/drawing/2014/main" id="{CE724575-10EE-308A-46AC-B8877D6B4641}"/>
              </a:ext>
            </a:extLst>
          </p:cNvPr>
          <p:cNvSpPr/>
          <p:nvPr/>
        </p:nvSpPr>
        <p:spPr>
          <a:xfrm>
            <a:off x="7219165" y="4410810"/>
            <a:ext cx="978408" cy="484632"/>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Tree>
    <p:extLst>
      <p:ext uri="{BB962C8B-B14F-4D97-AF65-F5344CB8AC3E}">
        <p14:creationId xmlns:p14="http://schemas.microsoft.com/office/powerpoint/2010/main" val="12269162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par>
                                <p:cTn id="8" presetID="42"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1000"/>
                                        <p:tgtEl>
                                          <p:spTgt spid="9"/>
                                        </p:tgtEl>
                                      </p:cBhvr>
                                    </p:animEffect>
                                    <p:anim calcmode="lin" valueType="num">
                                      <p:cBhvr>
                                        <p:cTn id="11" dur="1000" fill="hold"/>
                                        <p:tgtEl>
                                          <p:spTgt spid="9"/>
                                        </p:tgtEl>
                                        <p:attrNameLst>
                                          <p:attrName>ppt_x</p:attrName>
                                        </p:attrNameLst>
                                      </p:cBhvr>
                                      <p:tavLst>
                                        <p:tav tm="0">
                                          <p:val>
                                            <p:strVal val="#ppt_x"/>
                                          </p:val>
                                        </p:tav>
                                        <p:tav tm="100000">
                                          <p:val>
                                            <p:strVal val="#ppt_x"/>
                                          </p:val>
                                        </p:tav>
                                      </p:tavLst>
                                    </p:anim>
                                    <p:anim calcmode="lin" valueType="num">
                                      <p:cBhvr>
                                        <p:cTn id="12"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1000"/>
                                        <p:tgtEl>
                                          <p:spTgt spid="8"/>
                                        </p:tgtEl>
                                      </p:cBhvr>
                                    </p:animEffect>
                                    <p:anim calcmode="lin" valueType="num">
                                      <p:cBhvr>
                                        <p:cTn id="18" dur="1000" fill="hold"/>
                                        <p:tgtEl>
                                          <p:spTgt spid="8"/>
                                        </p:tgtEl>
                                        <p:attrNameLst>
                                          <p:attrName>ppt_x</p:attrName>
                                        </p:attrNameLst>
                                      </p:cBhvr>
                                      <p:tavLst>
                                        <p:tav tm="0">
                                          <p:val>
                                            <p:strVal val="#ppt_x"/>
                                          </p:val>
                                        </p:tav>
                                        <p:tav tm="100000">
                                          <p:val>
                                            <p:strVal val="#ppt_x"/>
                                          </p:val>
                                        </p:tav>
                                      </p:tavLst>
                                    </p:anim>
                                    <p:anim calcmode="lin" valueType="num">
                                      <p:cBhvr>
                                        <p:cTn id="1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1000"/>
                                        <p:tgtEl>
                                          <p:spTgt spid="10"/>
                                        </p:tgtEl>
                                      </p:cBhvr>
                                    </p:animEffect>
                                    <p:anim calcmode="lin" valueType="num">
                                      <p:cBhvr>
                                        <p:cTn id="25" dur="1000" fill="hold"/>
                                        <p:tgtEl>
                                          <p:spTgt spid="10"/>
                                        </p:tgtEl>
                                        <p:attrNameLst>
                                          <p:attrName>ppt_x</p:attrName>
                                        </p:attrNameLst>
                                      </p:cBhvr>
                                      <p:tavLst>
                                        <p:tav tm="0">
                                          <p:val>
                                            <p:strVal val="#ppt_x"/>
                                          </p:val>
                                        </p:tav>
                                        <p:tav tm="100000">
                                          <p:val>
                                            <p:strVal val="#ppt_x"/>
                                          </p:val>
                                        </p:tav>
                                      </p:tavLst>
                                    </p:anim>
                                    <p:anim calcmode="lin" valueType="num">
                                      <p:cBhvr>
                                        <p:cTn id="26"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14" presetClass="entr" presetSubtype="10" fill="hold" grpId="0" nodeType="clickEffect">
                                  <p:stCondLst>
                                    <p:cond delay="0"/>
                                  </p:stCondLst>
                                  <p:childTnLst>
                                    <p:set>
                                      <p:cBhvr>
                                        <p:cTn id="30" dur="1" fill="hold">
                                          <p:stCondLst>
                                            <p:cond delay="0"/>
                                          </p:stCondLst>
                                        </p:cTn>
                                        <p:tgtEl>
                                          <p:spTgt spid="5"/>
                                        </p:tgtEl>
                                        <p:attrNameLst>
                                          <p:attrName>style.visibility</p:attrName>
                                        </p:attrNameLst>
                                      </p:cBhvr>
                                      <p:to>
                                        <p:strVal val="visible"/>
                                      </p:to>
                                    </p:set>
                                    <p:animEffect transition="in" filter="randombar(horizontal)">
                                      <p:cBhvr>
                                        <p:cTn id="31" dur="500"/>
                                        <p:tgtEl>
                                          <p:spTgt spid="5"/>
                                        </p:tgtEl>
                                      </p:cBhvr>
                                    </p:animEffect>
                                  </p:childTnLst>
                                </p:cTn>
                              </p:par>
                              <p:par>
                                <p:cTn id="32" presetID="42" presetClass="entr" presetSubtype="0" fill="hold" grpId="0" nodeType="withEffect">
                                  <p:stCondLst>
                                    <p:cond delay="0"/>
                                  </p:stCondLst>
                                  <p:childTnLst>
                                    <p:set>
                                      <p:cBhvr>
                                        <p:cTn id="33" dur="1" fill="hold">
                                          <p:stCondLst>
                                            <p:cond delay="0"/>
                                          </p:stCondLst>
                                        </p:cTn>
                                        <p:tgtEl>
                                          <p:spTgt spid="7"/>
                                        </p:tgtEl>
                                        <p:attrNameLst>
                                          <p:attrName>style.visibility</p:attrName>
                                        </p:attrNameLst>
                                      </p:cBhvr>
                                      <p:to>
                                        <p:strVal val="visible"/>
                                      </p:to>
                                    </p:set>
                                    <p:animEffect transition="in" filter="fade">
                                      <p:cBhvr>
                                        <p:cTn id="34" dur="1000"/>
                                        <p:tgtEl>
                                          <p:spTgt spid="7"/>
                                        </p:tgtEl>
                                      </p:cBhvr>
                                    </p:animEffect>
                                    <p:anim calcmode="lin" valueType="num">
                                      <p:cBhvr>
                                        <p:cTn id="35" dur="1000" fill="hold"/>
                                        <p:tgtEl>
                                          <p:spTgt spid="7"/>
                                        </p:tgtEl>
                                        <p:attrNameLst>
                                          <p:attrName>ppt_x</p:attrName>
                                        </p:attrNameLst>
                                      </p:cBhvr>
                                      <p:tavLst>
                                        <p:tav tm="0">
                                          <p:val>
                                            <p:strVal val="#ppt_x"/>
                                          </p:val>
                                        </p:tav>
                                        <p:tav tm="100000">
                                          <p:val>
                                            <p:strVal val="#ppt_x"/>
                                          </p:val>
                                        </p:tav>
                                      </p:tavLst>
                                    </p:anim>
                                    <p:anim calcmode="lin" valueType="num">
                                      <p:cBhvr>
                                        <p:cTn id="3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grpId="0" nodeType="clickEffect">
                                  <p:stCondLst>
                                    <p:cond delay="0"/>
                                  </p:stCondLst>
                                  <p:childTnLst>
                                    <p:set>
                                      <p:cBhvr>
                                        <p:cTn id="40" dur="1" fill="hold">
                                          <p:stCondLst>
                                            <p:cond delay="0"/>
                                          </p:stCondLst>
                                        </p:cTn>
                                        <p:tgtEl>
                                          <p:spTgt spid="6"/>
                                        </p:tgtEl>
                                        <p:attrNameLst>
                                          <p:attrName>style.visibility</p:attrName>
                                        </p:attrNameLst>
                                      </p:cBhvr>
                                      <p:to>
                                        <p:strVal val="visible"/>
                                      </p:to>
                                    </p:set>
                                    <p:animEffect transition="in" filter="fade">
                                      <p:cBhvr>
                                        <p:cTn id="41" dur="1000"/>
                                        <p:tgtEl>
                                          <p:spTgt spid="6"/>
                                        </p:tgtEl>
                                      </p:cBhvr>
                                    </p:animEffect>
                                    <p:anim calcmode="lin" valueType="num">
                                      <p:cBhvr>
                                        <p:cTn id="42" dur="1000" fill="hold"/>
                                        <p:tgtEl>
                                          <p:spTgt spid="6"/>
                                        </p:tgtEl>
                                        <p:attrNameLst>
                                          <p:attrName>ppt_x</p:attrName>
                                        </p:attrNameLst>
                                      </p:cBhvr>
                                      <p:tavLst>
                                        <p:tav tm="0">
                                          <p:val>
                                            <p:strVal val="#ppt_x"/>
                                          </p:val>
                                        </p:tav>
                                        <p:tav tm="100000">
                                          <p:val>
                                            <p:strVal val="#ppt_x"/>
                                          </p:val>
                                        </p:tav>
                                      </p:tavLst>
                                    </p:anim>
                                    <p:anim calcmode="lin" valueType="num">
                                      <p:cBhvr>
                                        <p:cTn id="43"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42" presetClass="entr" presetSubtype="0" fill="hold" grpId="0" nodeType="clickEffect">
                                  <p:stCondLst>
                                    <p:cond delay="0"/>
                                  </p:stCondLst>
                                  <p:childTnLst>
                                    <p:set>
                                      <p:cBhvr>
                                        <p:cTn id="47" dur="1" fill="hold">
                                          <p:stCondLst>
                                            <p:cond delay="0"/>
                                          </p:stCondLst>
                                        </p:cTn>
                                        <p:tgtEl>
                                          <p:spTgt spid="13"/>
                                        </p:tgtEl>
                                        <p:attrNameLst>
                                          <p:attrName>style.visibility</p:attrName>
                                        </p:attrNameLst>
                                      </p:cBhvr>
                                      <p:to>
                                        <p:strVal val="visible"/>
                                      </p:to>
                                    </p:set>
                                    <p:animEffect transition="in" filter="fade">
                                      <p:cBhvr>
                                        <p:cTn id="48" dur="1000"/>
                                        <p:tgtEl>
                                          <p:spTgt spid="13"/>
                                        </p:tgtEl>
                                      </p:cBhvr>
                                    </p:animEffect>
                                    <p:anim calcmode="lin" valueType="num">
                                      <p:cBhvr>
                                        <p:cTn id="49" dur="1000" fill="hold"/>
                                        <p:tgtEl>
                                          <p:spTgt spid="13"/>
                                        </p:tgtEl>
                                        <p:attrNameLst>
                                          <p:attrName>ppt_x</p:attrName>
                                        </p:attrNameLst>
                                      </p:cBhvr>
                                      <p:tavLst>
                                        <p:tav tm="0">
                                          <p:val>
                                            <p:strVal val="#ppt_x"/>
                                          </p:val>
                                        </p:tav>
                                        <p:tav tm="100000">
                                          <p:val>
                                            <p:strVal val="#ppt_x"/>
                                          </p:val>
                                        </p:tav>
                                      </p:tavLst>
                                    </p:anim>
                                    <p:anim calcmode="lin" valueType="num">
                                      <p:cBhvr>
                                        <p:cTn id="50"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14" presetClass="entr" presetSubtype="10" fill="hold" grpId="0" nodeType="clickEffect">
                                  <p:stCondLst>
                                    <p:cond delay="0"/>
                                  </p:stCondLst>
                                  <p:childTnLst>
                                    <p:set>
                                      <p:cBhvr>
                                        <p:cTn id="54" dur="1" fill="hold">
                                          <p:stCondLst>
                                            <p:cond delay="0"/>
                                          </p:stCondLst>
                                        </p:cTn>
                                        <p:tgtEl>
                                          <p:spTgt spid="15"/>
                                        </p:tgtEl>
                                        <p:attrNameLst>
                                          <p:attrName>style.visibility</p:attrName>
                                        </p:attrNameLst>
                                      </p:cBhvr>
                                      <p:to>
                                        <p:strVal val="visible"/>
                                      </p:to>
                                    </p:set>
                                    <p:animEffect transition="in" filter="randombar(horizontal)">
                                      <p:cBhvr>
                                        <p:cTn id="55" dur="500"/>
                                        <p:tgtEl>
                                          <p:spTgt spid="15"/>
                                        </p:tgtEl>
                                      </p:cBhvr>
                                    </p:animEffect>
                                  </p:childTnLst>
                                </p:cTn>
                              </p:par>
                              <p:par>
                                <p:cTn id="56" presetID="14" presetClass="entr" presetSubtype="10" fill="hold" grpId="0" nodeType="withEffect">
                                  <p:stCondLst>
                                    <p:cond delay="0"/>
                                  </p:stCondLst>
                                  <p:childTnLst>
                                    <p:set>
                                      <p:cBhvr>
                                        <p:cTn id="57" dur="1" fill="hold">
                                          <p:stCondLst>
                                            <p:cond delay="0"/>
                                          </p:stCondLst>
                                        </p:cTn>
                                        <p:tgtEl>
                                          <p:spTgt spid="14"/>
                                        </p:tgtEl>
                                        <p:attrNameLst>
                                          <p:attrName>style.visibility</p:attrName>
                                        </p:attrNameLst>
                                      </p:cBhvr>
                                      <p:to>
                                        <p:strVal val="visible"/>
                                      </p:to>
                                    </p:set>
                                    <p:animEffect transition="in" filter="randombar(horizontal)">
                                      <p:cBhvr>
                                        <p:cTn id="58"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8" grpId="0"/>
      <p:bldP spid="9" grpId="0"/>
      <p:bldP spid="10" grpId="0"/>
      <p:bldP spid="5" grpId="0"/>
      <p:bldP spid="6" grpId="0"/>
      <p:bldP spid="7" grpId="0"/>
      <p:bldP spid="13" grpId="0"/>
      <p:bldP spid="14" grpId="0"/>
      <p:bldP spid="15"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3DCE86-C2BA-4713-9E7A-73589E8D6CCF}"/>
              </a:ext>
            </a:extLst>
          </p:cNvPr>
          <p:cNvSpPr>
            <a:spLocks noGrp="1"/>
          </p:cNvSpPr>
          <p:nvPr>
            <p:ph type="ctrTitle"/>
          </p:nvPr>
        </p:nvSpPr>
        <p:spPr/>
        <p:txBody>
          <a:bodyPr>
            <a:normAutofit/>
          </a:bodyPr>
          <a:lstStyle/>
          <a:p>
            <a:r>
              <a:rPr lang="en-PH" b="1" dirty="0"/>
              <a:t>The Visitor Design Pattern</a:t>
            </a:r>
          </a:p>
        </p:txBody>
      </p:sp>
      <p:sp>
        <p:nvSpPr>
          <p:cNvPr id="3" name="Subtitle 2">
            <a:extLst>
              <a:ext uri="{FF2B5EF4-FFF2-40B4-BE49-F238E27FC236}">
                <a16:creationId xmlns:a16="http://schemas.microsoft.com/office/drawing/2014/main" id="{C0232827-4F60-4C85-BA9F-CAC18540AC11}"/>
              </a:ext>
            </a:extLst>
          </p:cNvPr>
          <p:cNvSpPr>
            <a:spLocks noGrp="1"/>
          </p:cNvSpPr>
          <p:nvPr>
            <p:ph type="subTitle" idx="1"/>
          </p:nvPr>
        </p:nvSpPr>
        <p:spPr/>
        <p:txBody>
          <a:bodyPr/>
          <a:lstStyle/>
          <a:p>
            <a:r>
              <a:rPr lang="en-US" dirty="0"/>
              <a:t>Double Dispatch</a:t>
            </a:r>
            <a:endParaRPr lang="en-PH" dirty="0"/>
          </a:p>
        </p:txBody>
      </p:sp>
      <p:sp>
        <p:nvSpPr>
          <p:cNvPr id="4" name="Footer Placeholder 3">
            <a:extLst>
              <a:ext uri="{FF2B5EF4-FFF2-40B4-BE49-F238E27FC236}">
                <a16:creationId xmlns:a16="http://schemas.microsoft.com/office/drawing/2014/main" id="{638E7DE1-45EE-476A-A474-0F3C264AEDA3}"/>
              </a:ext>
            </a:extLst>
          </p:cNvPr>
          <p:cNvSpPr>
            <a:spLocks noGrp="1"/>
          </p:cNvSpPr>
          <p:nvPr>
            <p:ph type="ftr" sz="quarter" idx="11"/>
          </p:nvPr>
        </p:nvSpPr>
        <p:spPr>
          <a:xfrm>
            <a:off x="0" y="6139541"/>
            <a:ext cx="12192000" cy="718459"/>
          </a:xfrm>
          <a:ln w="28575">
            <a:solidFill>
              <a:schemeClr val="accent5">
                <a:lumMod val="50000"/>
              </a:schemeClr>
            </a:solidFill>
          </a:ln>
        </p:spPr>
        <p:txBody>
          <a:bodyPr/>
          <a:lstStyle/>
          <a:p>
            <a:endParaRPr lang="en-PH" dirty="0"/>
          </a:p>
        </p:txBody>
      </p:sp>
    </p:spTree>
    <p:extLst>
      <p:ext uri="{BB962C8B-B14F-4D97-AF65-F5344CB8AC3E}">
        <p14:creationId xmlns:p14="http://schemas.microsoft.com/office/powerpoint/2010/main" val="33694783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3DCE86-C2BA-4713-9E7A-73589E8D6CCF}"/>
              </a:ext>
            </a:extLst>
          </p:cNvPr>
          <p:cNvSpPr>
            <a:spLocks noGrp="1"/>
          </p:cNvSpPr>
          <p:nvPr>
            <p:ph type="ctrTitle"/>
          </p:nvPr>
        </p:nvSpPr>
        <p:spPr>
          <a:xfrm>
            <a:off x="1524000" y="497150"/>
            <a:ext cx="9144000" cy="718459"/>
          </a:xfrm>
        </p:spPr>
        <p:txBody>
          <a:bodyPr>
            <a:noAutofit/>
          </a:bodyPr>
          <a:lstStyle/>
          <a:p>
            <a:r>
              <a:rPr lang="en-PH" sz="5400" b="1" dirty="0"/>
              <a:t>Outline</a:t>
            </a:r>
            <a:endParaRPr lang="en-PH" sz="5000" b="1" dirty="0"/>
          </a:p>
        </p:txBody>
      </p:sp>
      <p:sp>
        <p:nvSpPr>
          <p:cNvPr id="4" name="Footer Placeholder 3">
            <a:extLst>
              <a:ext uri="{FF2B5EF4-FFF2-40B4-BE49-F238E27FC236}">
                <a16:creationId xmlns:a16="http://schemas.microsoft.com/office/drawing/2014/main" id="{638E7DE1-45EE-476A-A474-0F3C264AEDA3}"/>
              </a:ext>
            </a:extLst>
          </p:cNvPr>
          <p:cNvSpPr>
            <a:spLocks noGrp="1"/>
          </p:cNvSpPr>
          <p:nvPr>
            <p:ph type="ftr" sz="quarter" idx="11"/>
          </p:nvPr>
        </p:nvSpPr>
        <p:spPr>
          <a:xfrm>
            <a:off x="0" y="6139541"/>
            <a:ext cx="12192000" cy="718459"/>
          </a:xfrm>
          <a:ln w="28575">
            <a:solidFill>
              <a:schemeClr val="accent5">
                <a:lumMod val="50000"/>
              </a:schemeClr>
            </a:solidFill>
          </a:ln>
        </p:spPr>
        <p:txBody>
          <a:bodyPr/>
          <a:lstStyle/>
          <a:p>
            <a:pPr algn="r"/>
            <a:r>
              <a:rPr lang="en-PH" b="1">
                <a:solidFill>
                  <a:schemeClr val="tx1"/>
                </a:solidFill>
              </a:rPr>
              <a:t>CCOBJPGL</a:t>
            </a:r>
            <a:endParaRPr lang="en-PH" dirty="0"/>
          </a:p>
        </p:txBody>
      </p:sp>
      <p:sp>
        <p:nvSpPr>
          <p:cNvPr id="5" name="Title 1">
            <a:extLst>
              <a:ext uri="{FF2B5EF4-FFF2-40B4-BE49-F238E27FC236}">
                <a16:creationId xmlns:a16="http://schemas.microsoft.com/office/drawing/2014/main" id="{3444037F-B658-D82C-5DCA-53E8AA1493D7}"/>
              </a:ext>
            </a:extLst>
          </p:cNvPr>
          <p:cNvSpPr txBox="1">
            <a:spLocks/>
          </p:cNvSpPr>
          <p:nvPr/>
        </p:nvSpPr>
        <p:spPr>
          <a:xfrm>
            <a:off x="1524000" y="1516449"/>
            <a:ext cx="9144000" cy="4290585"/>
          </a:xfrm>
          <a:prstGeom prst="rect">
            <a:avLst/>
          </a:prstGeom>
        </p:spPr>
        <p:txBody>
          <a:bodyPr vert="horz" lIns="91440" tIns="45720" rIns="91440" bIns="4572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342900" indent="-342900" algn="l">
              <a:lnSpc>
                <a:spcPct val="100000"/>
              </a:lnSpc>
              <a:buFont typeface="Wingdings" panose="05000000000000000000" pitchFamily="2" charset="2"/>
              <a:buChar char="Ø"/>
            </a:pPr>
            <a:r>
              <a:rPr lang="en-US" sz="2500" b="1" dirty="0">
                <a:latin typeface="Calibri (Body)"/>
              </a:rPr>
              <a:t>What is it?</a:t>
            </a:r>
          </a:p>
          <a:p>
            <a:pPr marL="342900" indent="-342900" algn="l">
              <a:lnSpc>
                <a:spcPct val="100000"/>
              </a:lnSpc>
              <a:buFont typeface="Wingdings" panose="05000000000000000000" pitchFamily="2" charset="2"/>
              <a:buChar char="Ø"/>
            </a:pPr>
            <a:endParaRPr lang="en-US" sz="2500" dirty="0">
              <a:latin typeface="Calibri (Body)"/>
            </a:endParaRPr>
          </a:p>
          <a:p>
            <a:pPr marL="342900" indent="-342900" algn="l">
              <a:lnSpc>
                <a:spcPct val="100000"/>
              </a:lnSpc>
              <a:buFont typeface="Wingdings" panose="05000000000000000000" pitchFamily="2" charset="2"/>
              <a:buChar char="Ø"/>
            </a:pPr>
            <a:r>
              <a:rPr lang="en-US" sz="2500" dirty="0">
                <a:latin typeface="Calibri (Body)"/>
              </a:rPr>
              <a:t>Single Dispatch versus Double Dispatch</a:t>
            </a:r>
            <a:endParaRPr lang="en-US" sz="2500" b="1" dirty="0">
              <a:latin typeface="Calibri (Body)"/>
            </a:endParaRPr>
          </a:p>
          <a:p>
            <a:pPr marL="342900" indent="-342900" algn="l">
              <a:lnSpc>
                <a:spcPct val="100000"/>
              </a:lnSpc>
              <a:buFont typeface="Wingdings" panose="05000000000000000000" pitchFamily="2" charset="2"/>
              <a:buChar char="Ø"/>
            </a:pPr>
            <a:endParaRPr lang="en-US" sz="2500" b="1" dirty="0">
              <a:latin typeface="Calibri (Body)"/>
            </a:endParaRPr>
          </a:p>
          <a:p>
            <a:pPr marL="342900" indent="-342900" algn="l">
              <a:lnSpc>
                <a:spcPct val="100000"/>
              </a:lnSpc>
              <a:buFont typeface="Wingdings" panose="05000000000000000000" pitchFamily="2" charset="2"/>
              <a:buChar char="Ø"/>
            </a:pPr>
            <a:r>
              <a:rPr lang="en-US" sz="2500" dirty="0">
                <a:latin typeface="Calibri (Body)"/>
              </a:rPr>
              <a:t>Background Problem</a:t>
            </a:r>
          </a:p>
          <a:p>
            <a:pPr algn="l">
              <a:lnSpc>
                <a:spcPct val="100000"/>
              </a:lnSpc>
            </a:pPr>
            <a:endParaRPr lang="en-US" sz="2500" b="1" dirty="0">
              <a:latin typeface="Calibri (Body)"/>
            </a:endParaRPr>
          </a:p>
          <a:p>
            <a:pPr marL="342900" indent="-342900" algn="l">
              <a:lnSpc>
                <a:spcPct val="100000"/>
              </a:lnSpc>
              <a:buFont typeface="Wingdings" panose="05000000000000000000" pitchFamily="2" charset="2"/>
              <a:buChar char="Ø"/>
            </a:pPr>
            <a:endParaRPr lang="en-US" sz="2500" dirty="0">
              <a:latin typeface="Calibri (Body)"/>
            </a:endParaRPr>
          </a:p>
          <a:p>
            <a:pPr marL="342900" indent="-342900" algn="l">
              <a:lnSpc>
                <a:spcPct val="100000"/>
              </a:lnSpc>
              <a:buFont typeface="Wingdings" panose="05000000000000000000" pitchFamily="2" charset="2"/>
              <a:buChar char="Ø"/>
            </a:pPr>
            <a:endParaRPr lang="en-US" sz="2500" dirty="0">
              <a:latin typeface="Calibri (Body)"/>
            </a:endParaRPr>
          </a:p>
          <a:p>
            <a:pPr marL="342900" indent="-342900" algn="l">
              <a:lnSpc>
                <a:spcPct val="100000"/>
              </a:lnSpc>
              <a:buFont typeface="Wingdings" panose="05000000000000000000" pitchFamily="2" charset="2"/>
              <a:buChar char="Ø"/>
            </a:pPr>
            <a:endParaRPr lang="en-US" sz="2500" dirty="0">
              <a:latin typeface="Calibri (Body)"/>
            </a:endParaRPr>
          </a:p>
          <a:p>
            <a:pPr marL="342900" indent="-342900" algn="l">
              <a:lnSpc>
                <a:spcPct val="100000"/>
              </a:lnSpc>
              <a:buFont typeface="Wingdings" panose="05000000000000000000" pitchFamily="2" charset="2"/>
              <a:buChar char="Ø"/>
            </a:pPr>
            <a:endParaRPr lang="en-US" sz="2500" dirty="0">
              <a:latin typeface="Calibri (Body)"/>
            </a:endParaRPr>
          </a:p>
          <a:p>
            <a:pPr marL="342900" indent="-342900" algn="l">
              <a:lnSpc>
                <a:spcPct val="100000"/>
              </a:lnSpc>
              <a:buFont typeface="Wingdings" panose="05000000000000000000" pitchFamily="2" charset="2"/>
              <a:buChar char="Ø"/>
            </a:pPr>
            <a:endParaRPr lang="en-US" sz="2500" dirty="0">
              <a:latin typeface="Calibri (Body)"/>
            </a:endParaRPr>
          </a:p>
          <a:p>
            <a:pPr marL="342900" indent="-342900" algn="l">
              <a:lnSpc>
                <a:spcPct val="100000"/>
              </a:lnSpc>
              <a:buFont typeface="Wingdings" panose="05000000000000000000" pitchFamily="2" charset="2"/>
              <a:buChar char="Ø"/>
            </a:pPr>
            <a:endParaRPr lang="en-US" sz="2500" dirty="0">
              <a:latin typeface="Calibri (Body)"/>
            </a:endParaRPr>
          </a:p>
        </p:txBody>
      </p:sp>
    </p:spTree>
    <p:extLst>
      <p:ext uri="{BB962C8B-B14F-4D97-AF65-F5344CB8AC3E}">
        <p14:creationId xmlns:p14="http://schemas.microsoft.com/office/powerpoint/2010/main" val="6490717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3DCE86-C2BA-4713-9E7A-73589E8D6CCF}"/>
              </a:ext>
            </a:extLst>
          </p:cNvPr>
          <p:cNvSpPr>
            <a:spLocks noGrp="1"/>
          </p:cNvSpPr>
          <p:nvPr>
            <p:ph type="ctrTitle"/>
          </p:nvPr>
        </p:nvSpPr>
        <p:spPr>
          <a:xfrm>
            <a:off x="1524000" y="497150"/>
            <a:ext cx="9144000" cy="718459"/>
          </a:xfrm>
        </p:spPr>
        <p:txBody>
          <a:bodyPr>
            <a:noAutofit/>
          </a:bodyPr>
          <a:lstStyle/>
          <a:p>
            <a:r>
              <a:rPr lang="en-PH" sz="5400" b="1" dirty="0"/>
              <a:t>What is it?</a:t>
            </a:r>
            <a:endParaRPr lang="en-PH" sz="5000" b="1" dirty="0"/>
          </a:p>
        </p:txBody>
      </p:sp>
      <p:sp>
        <p:nvSpPr>
          <p:cNvPr id="4" name="Footer Placeholder 3">
            <a:extLst>
              <a:ext uri="{FF2B5EF4-FFF2-40B4-BE49-F238E27FC236}">
                <a16:creationId xmlns:a16="http://schemas.microsoft.com/office/drawing/2014/main" id="{638E7DE1-45EE-476A-A474-0F3C264AEDA3}"/>
              </a:ext>
            </a:extLst>
          </p:cNvPr>
          <p:cNvSpPr>
            <a:spLocks noGrp="1"/>
          </p:cNvSpPr>
          <p:nvPr>
            <p:ph type="ftr" sz="quarter" idx="11"/>
          </p:nvPr>
        </p:nvSpPr>
        <p:spPr>
          <a:xfrm>
            <a:off x="0" y="6139541"/>
            <a:ext cx="12192000" cy="718459"/>
          </a:xfrm>
          <a:ln w="28575">
            <a:solidFill>
              <a:schemeClr val="accent5">
                <a:lumMod val="50000"/>
              </a:schemeClr>
            </a:solidFill>
          </a:ln>
        </p:spPr>
        <p:txBody>
          <a:bodyPr/>
          <a:lstStyle/>
          <a:p>
            <a:pPr algn="r"/>
            <a:r>
              <a:rPr lang="en-PH" b="1">
                <a:solidFill>
                  <a:schemeClr val="tx1"/>
                </a:solidFill>
              </a:rPr>
              <a:t>CCOBJPGL</a:t>
            </a:r>
            <a:endParaRPr lang="en-PH" dirty="0"/>
          </a:p>
        </p:txBody>
      </p:sp>
      <p:sp>
        <p:nvSpPr>
          <p:cNvPr id="5" name="Title 1">
            <a:extLst>
              <a:ext uri="{FF2B5EF4-FFF2-40B4-BE49-F238E27FC236}">
                <a16:creationId xmlns:a16="http://schemas.microsoft.com/office/drawing/2014/main" id="{3444037F-B658-D82C-5DCA-53E8AA1493D7}"/>
              </a:ext>
            </a:extLst>
          </p:cNvPr>
          <p:cNvSpPr txBox="1">
            <a:spLocks/>
          </p:cNvSpPr>
          <p:nvPr/>
        </p:nvSpPr>
        <p:spPr>
          <a:xfrm>
            <a:off x="1524000" y="1516449"/>
            <a:ext cx="9144000" cy="4290585"/>
          </a:xfrm>
          <a:prstGeom prst="rect">
            <a:avLst/>
          </a:prstGeom>
        </p:spPr>
        <p:txBody>
          <a:bodyPr vert="horz" lIns="91440" tIns="45720" rIns="91440" bIns="4572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lnSpc>
                <a:spcPct val="100000"/>
              </a:lnSpc>
            </a:pPr>
            <a:r>
              <a:rPr lang="en-US" sz="2500" b="0" i="0" dirty="0">
                <a:effectLst/>
                <a:latin typeface="Calibri (Body)"/>
              </a:rPr>
              <a:t>The visitor design pattern allows you to add methods to classes of different types without much altering to those classes. You can make completely different methods depending on the class used with this pattern.</a:t>
            </a:r>
          </a:p>
          <a:p>
            <a:pPr marL="342900" indent="-342900" algn="l">
              <a:lnSpc>
                <a:spcPct val="100000"/>
              </a:lnSpc>
              <a:buFont typeface="Wingdings" panose="05000000000000000000" pitchFamily="2" charset="2"/>
              <a:buChar char="§"/>
            </a:pPr>
            <a:endParaRPr lang="en-US" sz="2500" dirty="0">
              <a:latin typeface="Calibri (Body)"/>
            </a:endParaRPr>
          </a:p>
          <a:p>
            <a:pPr marL="342900" indent="-342900" algn="l">
              <a:lnSpc>
                <a:spcPct val="100000"/>
              </a:lnSpc>
              <a:buFont typeface="Wingdings" panose="05000000000000000000" pitchFamily="2" charset="2"/>
              <a:buChar char="§"/>
            </a:pPr>
            <a:endParaRPr lang="en-US" sz="2500" dirty="0">
              <a:latin typeface="Calibri (Body)"/>
            </a:endParaRPr>
          </a:p>
          <a:p>
            <a:pPr marL="342900" indent="-342900" algn="l">
              <a:lnSpc>
                <a:spcPct val="100000"/>
              </a:lnSpc>
              <a:buFont typeface="Wingdings" panose="05000000000000000000" pitchFamily="2" charset="2"/>
              <a:buChar char="§"/>
            </a:pPr>
            <a:endParaRPr lang="en-US" sz="2500" dirty="0">
              <a:latin typeface="Calibri (Body)"/>
            </a:endParaRPr>
          </a:p>
          <a:p>
            <a:pPr marL="342900" indent="-342900" algn="l">
              <a:lnSpc>
                <a:spcPct val="100000"/>
              </a:lnSpc>
              <a:buFont typeface="Wingdings" panose="05000000000000000000" pitchFamily="2" charset="2"/>
              <a:buChar char="§"/>
            </a:pPr>
            <a:endParaRPr lang="en-US" sz="2500" dirty="0">
              <a:latin typeface="Calibri (Body)"/>
            </a:endParaRPr>
          </a:p>
          <a:p>
            <a:pPr marL="342900" indent="-342900" algn="l">
              <a:lnSpc>
                <a:spcPct val="100000"/>
              </a:lnSpc>
              <a:buFont typeface="Wingdings" panose="05000000000000000000" pitchFamily="2" charset="2"/>
              <a:buChar char="§"/>
            </a:pPr>
            <a:endParaRPr lang="en-US" sz="2500" dirty="0">
              <a:latin typeface="Calibri (Body)"/>
            </a:endParaRPr>
          </a:p>
          <a:p>
            <a:pPr marL="342900" indent="-342900" algn="l">
              <a:lnSpc>
                <a:spcPct val="100000"/>
              </a:lnSpc>
              <a:buFont typeface="Wingdings" panose="05000000000000000000" pitchFamily="2" charset="2"/>
              <a:buChar char="§"/>
            </a:pPr>
            <a:endParaRPr lang="en-US" sz="2500" dirty="0">
              <a:latin typeface="Calibri (Body)"/>
            </a:endParaRPr>
          </a:p>
          <a:p>
            <a:pPr marL="342900" indent="-342900" algn="l">
              <a:lnSpc>
                <a:spcPct val="100000"/>
              </a:lnSpc>
              <a:buFont typeface="Wingdings" panose="05000000000000000000" pitchFamily="2" charset="2"/>
              <a:buChar char="§"/>
            </a:pPr>
            <a:endParaRPr lang="en-US" sz="2500" dirty="0">
              <a:latin typeface="Calibri (Body)"/>
            </a:endParaRPr>
          </a:p>
        </p:txBody>
      </p:sp>
    </p:spTree>
    <p:extLst>
      <p:ext uri="{BB962C8B-B14F-4D97-AF65-F5344CB8AC3E}">
        <p14:creationId xmlns:p14="http://schemas.microsoft.com/office/powerpoint/2010/main" val="16765769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638E7DE1-45EE-476A-A474-0F3C264AEDA3}"/>
              </a:ext>
            </a:extLst>
          </p:cNvPr>
          <p:cNvSpPr>
            <a:spLocks noGrp="1"/>
          </p:cNvSpPr>
          <p:nvPr>
            <p:ph type="ftr" sz="quarter" idx="11"/>
          </p:nvPr>
        </p:nvSpPr>
        <p:spPr>
          <a:xfrm>
            <a:off x="0" y="6139541"/>
            <a:ext cx="12192000" cy="718459"/>
          </a:xfrm>
          <a:ln w="28575">
            <a:solidFill>
              <a:schemeClr val="accent5">
                <a:lumMod val="50000"/>
              </a:schemeClr>
            </a:solidFill>
          </a:ln>
        </p:spPr>
        <p:txBody>
          <a:bodyPr/>
          <a:lstStyle/>
          <a:p>
            <a:pPr algn="r"/>
            <a:r>
              <a:rPr lang="en-PH" b="1">
                <a:solidFill>
                  <a:schemeClr val="tx1"/>
                </a:solidFill>
              </a:rPr>
              <a:t>CCOBJPGL</a:t>
            </a:r>
            <a:endParaRPr lang="en-PH" dirty="0"/>
          </a:p>
        </p:txBody>
      </p:sp>
      <p:sp>
        <p:nvSpPr>
          <p:cNvPr id="7" name="TextBox 6">
            <a:extLst>
              <a:ext uri="{FF2B5EF4-FFF2-40B4-BE49-F238E27FC236}">
                <a16:creationId xmlns:a16="http://schemas.microsoft.com/office/drawing/2014/main" id="{DEA29786-3CC2-AE31-7AC5-01A015DE4A55}"/>
              </a:ext>
            </a:extLst>
          </p:cNvPr>
          <p:cNvSpPr txBox="1"/>
          <p:nvPr/>
        </p:nvSpPr>
        <p:spPr>
          <a:xfrm>
            <a:off x="1697761" y="2741388"/>
            <a:ext cx="787400" cy="369332"/>
          </a:xfrm>
          <a:prstGeom prst="rect">
            <a:avLst/>
          </a:prstGeom>
          <a:noFill/>
        </p:spPr>
        <p:txBody>
          <a:bodyPr wrap="square" rtlCol="0">
            <a:spAutoFit/>
          </a:bodyPr>
          <a:lstStyle/>
          <a:p>
            <a:endParaRPr lang="en-PH" dirty="0"/>
          </a:p>
        </p:txBody>
      </p:sp>
      <p:graphicFrame>
        <p:nvGraphicFramePr>
          <p:cNvPr id="8" name="Table 7">
            <a:extLst>
              <a:ext uri="{FF2B5EF4-FFF2-40B4-BE49-F238E27FC236}">
                <a16:creationId xmlns:a16="http://schemas.microsoft.com/office/drawing/2014/main" id="{BB9DFC73-8333-6A94-72E3-095558E290BA}"/>
              </a:ext>
            </a:extLst>
          </p:cNvPr>
          <p:cNvGraphicFramePr>
            <a:graphicFrameLocks noGrp="1"/>
          </p:cNvGraphicFramePr>
          <p:nvPr/>
        </p:nvGraphicFramePr>
        <p:xfrm>
          <a:off x="4298515" y="555542"/>
          <a:ext cx="3594970" cy="1371600"/>
        </p:xfrm>
        <a:graphic>
          <a:graphicData uri="http://schemas.openxmlformats.org/drawingml/2006/table">
            <a:tbl>
              <a:tblPr firstRow="1" bandRow="1">
                <a:tableStyleId>{5940675A-B579-460E-94D1-54222C63F5DA}</a:tableStyleId>
              </a:tblPr>
              <a:tblGrid>
                <a:gridCol w="3594970">
                  <a:extLst>
                    <a:ext uri="{9D8B030D-6E8A-4147-A177-3AD203B41FA5}">
                      <a16:colId xmlns:a16="http://schemas.microsoft.com/office/drawing/2014/main" val="1419670202"/>
                    </a:ext>
                  </a:extLst>
                </a:gridCol>
              </a:tblGrid>
              <a:tr h="457200">
                <a:tc>
                  <a:txBody>
                    <a:bodyPr/>
                    <a:lstStyle/>
                    <a:p>
                      <a:pPr algn="ctr"/>
                      <a:r>
                        <a:rPr lang="en-PH" b="1" dirty="0"/>
                        <a:t>Animal Interface</a:t>
                      </a:r>
                    </a:p>
                  </a:txBody>
                  <a:tcPr/>
                </a:tc>
                <a:extLst>
                  <a:ext uri="{0D108BD9-81ED-4DB2-BD59-A6C34878D82A}">
                    <a16:rowId xmlns:a16="http://schemas.microsoft.com/office/drawing/2014/main" val="215494143"/>
                  </a:ext>
                </a:extLst>
              </a:tr>
              <a:tr h="457200">
                <a:tc>
                  <a:txBody>
                    <a:bodyPr/>
                    <a:lstStyle/>
                    <a:p>
                      <a:endParaRPr lang="en-PH" sz="1800" i="1" dirty="0"/>
                    </a:p>
                  </a:txBody>
                  <a:tcPr/>
                </a:tc>
                <a:extLst>
                  <a:ext uri="{0D108BD9-81ED-4DB2-BD59-A6C34878D82A}">
                    <a16:rowId xmlns:a16="http://schemas.microsoft.com/office/drawing/2014/main" val="3690348395"/>
                  </a:ext>
                </a:extLst>
              </a:tr>
              <a:tr h="457200">
                <a:tc>
                  <a:txBody>
                    <a:bodyPr/>
                    <a:lstStyle/>
                    <a:p>
                      <a:endParaRPr lang="en-PH" sz="1800" i="1" dirty="0"/>
                    </a:p>
                  </a:txBody>
                  <a:tcPr/>
                </a:tc>
                <a:extLst>
                  <a:ext uri="{0D108BD9-81ED-4DB2-BD59-A6C34878D82A}">
                    <a16:rowId xmlns:a16="http://schemas.microsoft.com/office/drawing/2014/main" val="1845984957"/>
                  </a:ext>
                </a:extLst>
              </a:tr>
            </a:tbl>
          </a:graphicData>
        </a:graphic>
      </p:graphicFrame>
      <p:graphicFrame>
        <p:nvGraphicFramePr>
          <p:cNvPr id="9" name="Table 5">
            <a:extLst>
              <a:ext uri="{FF2B5EF4-FFF2-40B4-BE49-F238E27FC236}">
                <a16:creationId xmlns:a16="http://schemas.microsoft.com/office/drawing/2014/main" id="{6ADD8974-3D0E-2C4A-617E-34C4AE9D5493}"/>
              </a:ext>
            </a:extLst>
          </p:cNvPr>
          <p:cNvGraphicFramePr>
            <a:graphicFrameLocks noGrp="1"/>
          </p:cNvGraphicFramePr>
          <p:nvPr/>
        </p:nvGraphicFramePr>
        <p:xfrm>
          <a:off x="5063229" y="3350914"/>
          <a:ext cx="2033358" cy="1371600"/>
        </p:xfrm>
        <a:graphic>
          <a:graphicData uri="http://schemas.openxmlformats.org/drawingml/2006/table">
            <a:tbl>
              <a:tblPr firstRow="1" bandRow="1">
                <a:tableStyleId>{5940675A-B579-460E-94D1-54222C63F5DA}</a:tableStyleId>
              </a:tblPr>
              <a:tblGrid>
                <a:gridCol w="2033358">
                  <a:extLst>
                    <a:ext uri="{9D8B030D-6E8A-4147-A177-3AD203B41FA5}">
                      <a16:colId xmlns:a16="http://schemas.microsoft.com/office/drawing/2014/main" val="1419670202"/>
                    </a:ext>
                  </a:extLst>
                </a:gridCol>
              </a:tblGrid>
              <a:tr h="316792">
                <a:tc>
                  <a:txBody>
                    <a:bodyPr/>
                    <a:lstStyle/>
                    <a:p>
                      <a:pPr algn="ctr"/>
                      <a:r>
                        <a:rPr lang="en-PH" b="1" dirty="0"/>
                        <a:t>Cat implements Animal</a:t>
                      </a:r>
                    </a:p>
                  </a:txBody>
                  <a:tcPr/>
                </a:tc>
                <a:extLst>
                  <a:ext uri="{0D108BD9-81ED-4DB2-BD59-A6C34878D82A}">
                    <a16:rowId xmlns:a16="http://schemas.microsoft.com/office/drawing/2014/main" val="215494143"/>
                  </a:ext>
                </a:extLst>
              </a:tr>
              <a:tr h="0">
                <a:tc>
                  <a:txBody>
                    <a:bodyPr/>
                    <a:lstStyle/>
                    <a:p>
                      <a:endParaRPr lang="en-PH" sz="1800" dirty="0"/>
                    </a:p>
                  </a:txBody>
                  <a:tcPr/>
                </a:tc>
                <a:extLst>
                  <a:ext uri="{0D108BD9-81ED-4DB2-BD59-A6C34878D82A}">
                    <a16:rowId xmlns:a16="http://schemas.microsoft.com/office/drawing/2014/main" val="3690348395"/>
                  </a:ext>
                </a:extLst>
              </a:tr>
              <a:tr h="0">
                <a:tc>
                  <a:txBody>
                    <a:bodyPr/>
                    <a:lstStyle/>
                    <a:p>
                      <a:endParaRPr lang="en-PH" dirty="0"/>
                    </a:p>
                  </a:txBody>
                  <a:tcPr/>
                </a:tc>
                <a:extLst>
                  <a:ext uri="{0D108BD9-81ED-4DB2-BD59-A6C34878D82A}">
                    <a16:rowId xmlns:a16="http://schemas.microsoft.com/office/drawing/2014/main" val="1845984957"/>
                  </a:ext>
                </a:extLst>
              </a:tr>
            </a:tbl>
          </a:graphicData>
        </a:graphic>
      </p:graphicFrame>
      <p:graphicFrame>
        <p:nvGraphicFramePr>
          <p:cNvPr id="10" name="Table 5">
            <a:extLst>
              <a:ext uri="{FF2B5EF4-FFF2-40B4-BE49-F238E27FC236}">
                <a16:creationId xmlns:a16="http://schemas.microsoft.com/office/drawing/2014/main" id="{A1A78CF2-26EB-90DD-70D4-A4BD49E500E8}"/>
              </a:ext>
            </a:extLst>
          </p:cNvPr>
          <p:cNvGraphicFramePr>
            <a:graphicFrameLocks noGrp="1"/>
          </p:cNvGraphicFramePr>
          <p:nvPr/>
        </p:nvGraphicFramePr>
        <p:xfrm>
          <a:off x="9269496" y="3350914"/>
          <a:ext cx="2037499" cy="1371600"/>
        </p:xfrm>
        <a:graphic>
          <a:graphicData uri="http://schemas.openxmlformats.org/drawingml/2006/table">
            <a:tbl>
              <a:tblPr firstRow="1" bandRow="1">
                <a:tableStyleId>{5940675A-B579-460E-94D1-54222C63F5DA}</a:tableStyleId>
              </a:tblPr>
              <a:tblGrid>
                <a:gridCol w="2037499">
                  <a:extLst>
                    <a:ext uri="{9D8B030D-6E8A-4147-A177-3AD203B41FA5}">
                      <a16:colId xmlns:a16="http://schemas.microsoft.com/office/drawing/2014/main" val="1419670202"/>
                    </a:ext>
                  </a:extLst>
                </a:gridCol>
              </a:tblGrid>
              <a:tr h="316792">
                <a:tc>
                  <a:txBody>
                    <a:bodyPr/>
                    <a:lstStyle/>
                    <a:p>
                      <a:pPr algn="ctr"/>
                      <a:r>
                        <a:rPr lang="en-PH" b="1" dirty="0"/>
                        <a:t>Rabbit implements Animal</a:t>
                      </a:r>
                    </a:p>
                  </a:txBody>
                  <a:tcPr/>
                </a:tc>
                <a:extLst>
                  <a:ext uri="{0D108BD9-81ED-4DB2-BD59-A6C34878D82A}">
                    <a16:rowId xmlns:a16="http://schemas.microsoft.com/office/drawing/2014/main" val="215494143"/>
                  </a:ext>
                </a:extLst>
              </a:tr>
              <a:tr h="0">
                <a:tc>
                  <a:txBody>
                    <a:bodyPr/>
                    <a:lstStyle/>
                    <a:p>
                      <a:endParaRPr lang="en-PH" sz="1800" dirty="0"/>
                    </a:p>
                  </a:txBody>
                  <a:tcPr/>
                </a:tc>
                <a:extLst>
                  <a:ext uri="{0D108BD9-81ED-4DB2-BD59-A6C34878D82A}">
                    <a16:rowId xmlns:a16="http://schemas.microsoft.com/office/drawing/2014/main" val="3690348395"/>
                  </a:ext>
                </a:extLst>
              </a:tr>
              <a:tr h="0">
                <a:tc>
                  <a:txBody>
                    <a:bodyPr/>
                    <a:lstStyle/>
                    <a:p>
                      <a:endParaRPr lang="en-PH" dirty="0"/>
                    </a:p>
                  </a:txBody>
                  <a:tcPr/>
                </a:tc>
                <a:extLst>
                  <a:ext uri="{0D108BD9-81ED-4DB2-BD59-A6C34878D82A}">
                    <a16:rowId xmlns:a16="http://schemas.microsoft.com/office/drawing/2014/main" val="1845984957"/>
                  </a:ext>
                </a:extLst>
              </a:tr>
            </a:tbl>
          </a:graphicData>
        </a:graphic>
      </p:graphicFrame>
      <p:graphicFrame>
        <p:nvGraphicFramePr>
          <p:cNvPr id="11" name="Table 5">
            <a:extLst>
              <a:ext uri="{FF2B5EF4-FFF2-40B4-BE49-F238E27FC236}">
                <a16:creationId xmlns:a16="http://schemas.microsoft.com/office/drawing/2014/main" id="{28E6F039-0FB9-7954-ACF4-CA1EB4B018D7}"/>
              </a:ext>
            </a:extLst>
          </p:cNvPr>
          <p:cNvGraphicFramePr>
            <a:graphicFrameLocks noGrp="1"/>
          </p:cNvGraphicFramePr>
          <p:nvPr/>
        </p:nvGraphicFramePr>
        <p:xfrm>
          <a:off x="1072158" y="3347542"/>
          <a:ext cx="2037499" cy="1371600"/>
        </p:xfrm>
        <a:graphic>
          <a:graphicData uri="http://schemas.openxmlformats.org/drawingml/2006/table">
            <a:tbl>
              <a:tblPr firstRow="1" bandRow="1">
                <a:tableStyleId>{5940675A-B579-460E-94D1-54222C63F5DA}</a:tableStyleId>
              </a:tblPr>
              <a:tblGrid>
                <a:gridCol w="2037499">
                  <a:extLst>
                    <a:ext uri="{9D8B030D-6E8A-4147-A177-3AD203B41FA5}">
                      <a16:colId xmlns:a16="http://schemas.microsoft.com/office/drawing/2014/main" val="1419670202"/>
                    </a:ext>
                  </a:extLst>
                </a:gridCol>
              </a:tblGrid>
              <a:tr h="316792">
                <a:tc>
                  <a:txBody>
                    <a:bodyPr/>
                    <a:lstStyle/>
                    <a:p>
                      <a:pPr algn="ctr"/>
                      <a:r>
                        <a:rPr lang="en-PH" b="1" dirty="0"/>
                        <a:t>Dog implements Animal</a:t>
                      </a:r>
                    </a:p>
                  </a:txBody>
                  <a:tcPr/>
                </a:tc>
                <a:extLst>
                  <a:ext uri="{0D108BD9-81ED-4DB2-BD59-A6C34878D82A}">
                    <a16:rowId xmlns:a16="http://schemas.microsoft.com/office/drawing/2014/main" val="215494143"/>
                  </a:ext>
                </a:extLst>
              </a:tr>
              <a:tr h="0">
                <a:tc>
                  <a:txBody>
                    <a:bodyPr/>
                    <a:lstStyle/>
                    <a:p>
                      <a:endParaRPr lang="en-PH" sz="1800" dirty="0"/>
                    </a:p>
                  </a:txBody>
                  <a:tcPr/>
                </a:tc>
                <a:extLst>
                  <a:ext uri="{0D108BD9-81ED-4DB2-BD59-A6C34878D82A}">
                    <a16:rowId xmlns:a16="http://schemas.microsoft.com/office/drawing/2014/main" val="3690348395"/>
                  </a:ext>
                </a:extLst>
              </a:tr>
              <a:tr h="0">
                <a:tc>
                  <a:txBody>
                    <a:bodyPr/>
                    <a:lstStyle/>
                    <a:p>
                      <a:endParaRPr lang="en-PH" dirty="0"/>
                    </a:p>
                  </a:txBody>
                  <a:tcPr/>
                </a:tc>
                <a:extLst>
                  <a:ext uri="{0D108BD9-81ED-4DB2-BD59-A6C34878D82A}">
                    <a16:rowId xmlns:a16="http://schemas.microsoft.com/office/drawing/2014/main" val="1845984957"/>
                  </a:ext>
                </a:extLst>
              </a:tr>
            </a:tbl>
          </a:graphicData>
        </a:graphic>
      </p:graphicFrame>
      <p:cxnSp>
        <p:nvCxnSpPr>
          <p:cNvPr id="12" name="Connector: Elbow 11">
            <a:extLst>
              <a:ext uri="{FF2B5EF4-FFF2-40B4-BE49-F238E27FC236}">
                <a16:creationId xmlns:a16="http://schemas.microsoft.com/office/drawing/2014/main" id="{CE37A21B-D0A7-7E9E-10A0-C39B249D8A12}"/>
              </a:ext>
            </a:extLst>
          </p:cNvPr>
          <p:cNvCxnSpPr>
            <a:cxnSpLocks/>
            <a:stCxn id="11" idx="0"/>
            <a:endCxn id="8" idx="1"/>
          </p:cNvCxnSpPr>
          <p:nvPr/>
        </p:nvCxnSpPr>
        <p:spPr>
          <a:xfrm rot="5400000" flipH="1" flipV="1">
            <a:off x="2141611" y="1190638"/>
            <a:ext cx="2106200" cy="2207608"/>
          </a:xfrm>
          <a:prstGeom prst="bentConnector2">
            <a:avLst/>
          </a:prstGeom>
          <a:ln>
            <a:tailEnd type="triangle"/>
          </a:ln>
        </p:spPr>
        <p:style>
          <a:lnRef idx="3">
            <a:schemeClr val="dk1"/>
          </a:lnRef>
          <a:fillRef idx="0">
            <a:schemeClr val="dk1"/>
          </a:fillRef>
          <a:effectRef idx="2">
            <a:schemeClr val="dk1"/>
          </a:effectRef>
          <a:fontRef idx="minor">
            <a:schemeClr val="tx1"/>
          </a:fontRef>
        </p:style>
      </p:cxnSp>
      <p:cxnSp>
        <p:nvCxnSpPr>
          <p:cNvPr id="13" name="Connector: Elbow 12">
            <a:extLst>
              <a:ext uri="{FF2B5EF4-FFF2-40B4-BE49-F238E27FC236}">
                <a16:creationId xmlns:a16="http://schemas.microsoft.com/office/drawing/2014/main" id="{9E2FCEE8-ADF1-784C-24BA-087C99EF3A61}"/>
              </a:ext>
            </a:extLst>
          </p:cNvPr>
          <p:cNvCxnSpPr>
            <a:cxnSpLocks/>
            <a:stCxn id="10" idx="0"/>
            <a:endCxn id="8" idx="3"/>
          </p:cNvCxnSpPr>
          <p:nvPr/>
        </p:nvCxnSpPr>
        <p:spPr>
          <a:xfrm rot="16200000" flipV="1">
            <a:off x="8036079" y="1098748"/>
            <a:ext cx="2109572" cy="2394760"/>
          </a:xfrm>
          <a:prstGeom prst="bentConnector2">
            <a:avLst/>
          </a:prstGeom>
          <a:ln>
            <a:tailEnd type="triangle"/>
          </a:ln>
        </p:spPr>
        <p:style>
          <a:lnRef idx="3">
            <a:schemeClr val="dk1"/>
          </a:lnRef>
          <a:fillRef idx="0">
            <a:schemeClr val="dk1"/>
          </a:fillRef>
          <a:effectRef idx="2">
            <a:schemeClr val="dk1"/>
          </a:effectRef>
          <a:fontRef idx="minor">
            <a:schemeClr val="tx1"/>
          </a:fontRef>
        </p:style>
      </p:cxnSp>
      <p:cxnSp>
        <p:nvCxnSpPr>
          <p:cNvPr id="14" name="Straight Arrow Connector 13">
            <a:extLst>
              <a:ext uri="{FF2B5EF4-FFF2-40B4-BE49-F238E27FC236}">
                <a16:creationId xmlns:a16="http://schemas.microsoft.com/office/drawing/2014/main" id="{DE335949-A380-F971-5CC4-7EF59B043851}"/>
              </a:ext>
            </a:extLst>
          </p:cNvPr>
          <p:cNvCxnSpPr>
            <a:cxnSpLocks/>
            <a:stCxn id="9" idx="0"/>
            <a:endCxn id="8" idx="2"/>
          </p:cNvCxnSpPr>
          <p:nvPr/>
        </p:nvCxnSpPr>
        <p:spPr>
          <a:xfrm flipV="1">
            <a:off x="6079908" y="1927142"/>
            <a:ext cx="16092" cy="1423772"/>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21" name="TextBox 20">
            <a:extLst>
              <a:ext uri="{FF2B5EF4-FFF2-40B4-BE49-F238E27FC236}">
                <a16:creationId xmlns:a16="http://schemas.microsoft.com/office/drawing/2014/main" id="{F6BBDD9D-3A92-E040-D976-70AB817385DB}"/>
              </a:ext>
            </a:extLst>
          </p:cNvPr>
          <p:cNvSpPr txBox="1"/>
          <p:nvPr/>
        </p:nvSpPr>
        <p:spPr>
          <a:xfrm>
            <a:off x="1064986" y="4341096"/>
            <a:ext cx="1781393" cy="369332"/>
          </a:xfrm>
          <a:prstGeom prst="rect">
            <a:avLst/>
          </a:prstGeom>
          <a:noFill/>
        </p:spPr>
        <p:txBody>
          <a:bodyPr wrap="square" rtlCol="0">
            <a:spAutoFit/>
          </a:bodyPr>
          <a:lstStyle/>
          <a:p>
            <a:r>
              <a:rPr lang="en-PH" b="1" i="1" dirty="0" err="1">
                <a:solidFill>
                  <a:srgbClr val="0070C0"/>
                </a:solidFill>
              </a:rPr>
              <a:t>makeSound</a:t>
            </a:r>
            <a:r>
              <a:rPr lang="en-PH" i="1" dirty="0"/>
              <a:t>() {}</a:t>
            </a:r>
          </a:p>
        </p:txBody>
      </p:sp>
      <p:sp>
        <p:nvSpPr>
          <p:cNvPr id="24" name="TextBox 23">
            <a:extLst>
              <a:ext uri="{FF2B5EF4-FFF2-40B4-BE49-F238E27FC236}">
                <a16:creationId xmlns:a16="http://schemas.microsoft.com/office/drawing/2014/main" id="{810C64DA-DABC-6EA7-EA8E-677BF9B9C12C}"/>
              </a:ext>
            </a:extLst>
          </p:cNvPr>
          <p:cNvSpPr txBox="1"/>
          <p:nvPr/>
        </p:nvSpPr>
        <p:spPr>
          <a:xfrm>
            <a:off x="5035195" y="4350728"/>
            <a:ext cx="1781393" cy="369332"/>
          </a:xfrm>
          <a:prstGeom prst="rect">
            <a:avLst/>
          </a:prstGeom>
          <a:noFill/>
        </p:spPr>
        <p:txBody>
          <a:bodyPr wrap="square" rtlCol="0">
            <a:spAutoFit/>
          </a:bodyPr>
          <a:lstStyle/>
          <a:p>
            <a:r>
              <a:rPr lang="en-PH" b="1" i="1" dirty="0" err="1">
                <a:solidFill>
                  <a:srgbClr val="0070C0"/>
                </a:solidFill>
              </a:rPr>
              <a:t>makeSound</a:t>
            </a:r>
            <a:r>
              <a:rPr lang="en-PH" i="1" dirty="0"/>
              <a:t>() {}</a:t>
            </a:r>
          </a:p>
        </p:txBody>
      </p:sp>
      <p:sp>
        <p:nvSpPr>
          <p:cNvPr id="25" name="TextBox 24">
            <a:extLst>
              <a:ext uri="{FF2B5EF4-FFF2-40B4-BE49-F238E27FC236}">
                <a16:creationId xmlns:a16="http://schemas.microsoft.com/office/drawing/2014/main" id="{40F1003D-995E-13D6-741C-BCA810FF898D}"/>
              </a:ext>
            </a:extLst>
          </p:cNvPr>
          <p:cNvSpPr txBox="1"/>
          <p:nvPr/>
        </p:nvSpPr>
        <p:spPr>
          <a:xfrm>
            <a:off x="9237990" y="4353182"/>
            <a:ext cx="1781393" cy="369332"/>
          </a:xfrm>
          <a:prstGeom prst="rect">
            <a:avLst/>
          </a:prstGeom>
          <a:noFill/>
        </p:spPr>
        <p:txBody>
          <a:bodyPr wrap="square" rtlCol="0">
            <a:spAutoFit/>
          </a:bodyPr>
          <a:lstStyle/>
          <a:p>
            <a:r>
              <a:rPr lang="en-PH" b="1" i="1" dirty="0" err="1">
                <a:solidFill>
                  <a:srgbClr val="0070C0"/>
                </a:solidFill>
              </a:rPr>
              <a:t>makeSound</a:t>
            </a:r>
            <a:r>
              <a:rPr lang="en-PH" i="1" dirty="0"/>
              <a:t>() {}</a:t>
            </a:r>
          </a:p>
        </p:txBody>
      </p:sp>
      <p:sp>
        <p:nvSpPr>
          <p:cNvPr id="26" name="TextBox 25">
            <a:extLst>
              <a:ext uri="{FF2B5EF4-FFF2-40B4-BE49-F238E27FC236}">
                <a16:creationId xmlns:a16="http://schemas.microsoft.com/office/drawing/2014/main" id="{2383F8A2-762B-8B7F-BAE8-CFCB7002510B}"/>
              </a:ext>
            </a:extLst>
          </p:cNvPr>
          <p:cNvSpPr txBox="1"/>
          <p:nvPr/>
        </p:nvSpPr>
        <p:spPr>
          <a:xfrm>
            <a:off x="4298515" y="1555069"/>
            <a:ext cx="1781393" cy="369332"/>
          </a:xfrm>
          <a:prstGeom prst="rect">
            <a:avLst/>
          </a:prstGeom>
          <a:noFill/>
        </p:spPr>
        <p:txBody>
          <a:bodyPr wrap="square" rtlCol="0">
            <a:spAutoFit/>
          </a:bodyPr>
          <a:lstStyle/>
          <a:p>
            <a:r>
              <a:rPr lang="en-PH" b="1" i="1" dirty="0" err="1">
                <a:solidFill>
                  <a:srgbClr val="0070C0"/>
                </a:solidFill>
              </a:rPr>
              <a:t>makeSound</a:t>
            </a:r>
            <a:r>
              <a:rPr lang="en-PH" i="1" dirty="0"/>
              <a:t>() </a:t>
            </a:r>
          </a:p>
        </p:txBody>
      </p:sp>
      <p:sp>
        <p:nvSpPr>
          <p:cNvPr id="27" name="TextBox 26">
            <a:extLst>
              <a:ext uri="{FF2B5EF4-FFF2-40B4-BE49-F238E27FC236}">
                <a16:creationId xmlns:a16="http://schemas.microsoft.com/office/drawing/2014/main" id="{1EC9D769-FF3A-E252-BB65-5B6312F2CBEF}"/>
              </a:ext>
            </a:extLst>
          </p:cNvPr>
          <p:cNvSpPr txBox="1"/>
          <p:nvPr/>
        </p:nvSpPr>
        <p:spPr>
          <a:xfrm>
            <a:off x="7999956" y="298278"/>
            <a:ext cx="1781393" cy="1200329"/>
          </a:xfrm>
          <a:prstGeom prst="rect">
            <a:avLst/>
          </a:prstGeom>
          <a:noFill/>
        </p:spPr>
        <p:txBody>
          <a:bodyPr wrap="square" rtlCol="0">
            <a:spAutoFit/>
          </a:bodyPr>
          <a:lstStyle/>
          <a:p>
            <a:r>
              <a:rPr lang="en-PH" b="1" i="1" dirty="0">
                <a:solidFill>
                  <a:srgbClr val="0070C0"/>
                </a:solidFill>
              </a:rPr>
              <a:t>method1</a:t>
            </a:r>
            <a:r>
              <a:rPr lang="en-PH" i="1" dirty="0"/>
              <a:t>() </a:t>
            </a:r>
          </a:p>
          <a:p>
            <a:r>
              <a:rPr lang="en-PH" b="1" i="1" dirty="0">
                <a:solidFill>
                  <a:srgbClr val="0070C0"/>
                </a:solidFill>
              </a:rPr>
              <a:t>method2</a:t>
            </a:r>
            <a:r>
              <a:rPr lang="en-PH" i="1" dirty="0"/>
              <a:t>() </a:t>
            </a:r>
          </a:p>
          <a:p>
            <a:r>
              <a:rPr lang="en-PH" b="1" i="1" dirty="0">
                <a:solidFill>
                  <a:srgbClr val="0070C0"/>
                </a:solidFill>
              </a:rPr>
              <a:t>method3</a:t>
            </a:r>
            <a:r>
              <a:rPr lang="en-PH" i="1" dirty="0"/>
              <a:t>() </a:t>
            </a:r>
          </a:p>
          <a:p>
            <a:endParaRPr lang="en-PH" i="1" dirty="0"/>
          </a:p>
        </p:txBody>
      </p:sp>
      <p:sp>
        <p:nvSpPr>
          <p:cNvPr id="28" name="TextBox 27">
            <a:extLst>
              <a:ext uri="{FF2B5EF4-FFF2-40B4-BE49-F238E27FC236}">
                <a16:creationId xmlns:a16="http://schemas.microsoft.com/office/drawing/2014/main" id="{1E69A9E6-3822-D86E-C9EB-5860B3F7A531}"/>
              </a:ext>
            </a:extLst>
          </p:cNvPr>
          <p:cNvSpPr txBox="1"/>
          <p:nvPr/>
        </p:nvSpPr>
        <p:spPr>
          <a:xfrm>
            <a:off x="9397548" y="4744116"/>
            <a:ext cx="1781393" cy="1200329"/>
          </a:xfrm>
          <a:prstGeom prst="rect">
            <a:avLst/>
          </a:prstGeom>
          <a:noFill/>
        </p:spPr>
        <p:txBody>
          <a:bodyPr wrap="square" rtlCol="0">
            <a:spAutoFit/>
          </a:bodyPr>
          <a:lstStyle/>
          <a:p>
            <a:r>
              <a:rPr lang="en-PH" b="1" i="1" dirty="0">
                <a:solidFill>
                  <a:srgbClr val="0070C0"/>
                </a:solidFill>
              </a:rPr>
              <a:t>method1</a:t>
            </a:r>
            <a:r>
              <a:rPr lang="en-PH" i="1" dirty="0"/>
              <a:t>() {} </a:t>
            </a:r>
          </a:p>
          <a:p>
            <a:r>
              <a:rPr lang="en-PH" b="1" i="1" dirty="0">
                <a:solidFill>
                  <a:srgbClr val="0070C0"/>
                </a:solidFill>
              </a:rPr>
              <a:t>method2</a:t>
            </a:r>
            <a:r>
              <a:rPr lang="en-PH" i="1" dirty="0"/>
              <a:t>() {}</a:t>
            </a:r>
          </a:p>
          <a:p>
            <a:r>
              <a:rPr lang="en-PH" b="1" i="1" dirty="0">
                <a:solidFill>
                  <a:srgbClr val="0070C0"/>
                </a:solidFill>
              </a:rPr>
              <a:t>method3</a:t>
            </a:r>
            <a:r>
              <a:rPr lang="en-PH" i="1" dirty="0"/>
              <a:t>() {}</a:t>
            </a:r>
          </a:p>
          <a:p>
            <a:endParaRPr lang="en-PH" i="1" dirty="0"/>
          </a:p>
        </p:txBody>
      </p:sp>
      <p:sp>
        <p:nvSpPr>
          <p:cNvPr id="30" name="TextBox 29">
            <a:extLst>
              <a:ext uri="{FF2B5EF4-FFF2-40B4-BE49-F238E27FC236}">
                <a16:creationId xmlns:a16="http://schemas.microsoft.com/office/drawing/2014/main" id="{5EE530EF-13FE-AD84-CCF1-B05444401942}"/>
              </a:ext>
            </a:extLst>
          </p:cNvPr>
          <p:cNvSpPr txBox="1"/>
          <p:nvPr/>
        </p:nvSpPr>
        <p:spPr>
          <a:xfrm>
            <a:off x="5205303" y="4742768"/>
            <a:ext cx="1781393" cy="1200329"/>
          </a:xfrm>
          <a:prstGeom prst="rect">
            <a:avLst/>
          </a:prstGeom>
          <a:noFill/>
        </p:spPr>
        <p:txBody>
          <a:bodyPr wrap="square" rtlCol="0">
            <a:spAutoFit/>
          </a:bodyPr>
          <a:lstStyle/>
          <a:p>
            <a:r>
              <a:rPr lang="en-PH" b="1" i="1" dirty="0">
                <a:solidFill>
                  <a:srgbClr val="0070C0"/>
                </a:solidFill>
              </a:rPr>
              <a:t>method1</a:t>
            </a:r>
            <a:r>
              <a:rPr lang="en-PH" i="1" dirty="0"/>
              <a:t>() {} </a:t>
            </a:r>
          </a:p>
          <a:p>
            <a:r>
              <a:rPr lang="en-PH" b="1" i="1" dirty="0">
                <a:solidFill>
                  <a:srgbClr val="0070C0"/>
                </a:solidFill>
              </a:rPr>
              <a:t>method2</a:t>
            </a:r>
            <a:r>
              <a:rPr lang="en-PH" i="1" dirty="0"/>
              <a:t>() {}</a:t>
            </a:r>
          </a:p>
          <a:p>
            <a:r>
              <a:rPr lang="en-PH" b="1" i="1" dirty="0">
                <a:solidFill>
                  <a:srgbClr val="0070C0"/>
                </a:solidFill>
              </a:rPr>
              <a:t>method3</a:t>
            </a:r>
            <a:r>
              <a:rPr lang="en-PH" i="1" dirty="0"/>
              <a:t>() {}</a:t>
            </a:r>
          </a:p>
          <a:p>
            <a:endParaRPr lang="en-PH" i="1" dirty="0"/>
          </a:p>
        </p:txBody>
      </p:sp>
      <p:sp>
        <p:nvSpPr>
          <p:cNvPr id="31" name="TextBox 30">
            <a:extLst>
              <a:ext uri="{FF2B5EF4-FFF2-40B4-BE49-F238E27FC236}">
                <a16:creationId xmlns:a16="http://schemas.microsoft.com/office/drawing/2014/main" id="{5BD21910-CE50-EEC0-5369-2B6734C9C79E}"/>
              </a:ext>
            </a:extLst>
          </p:cNvPr>
          <p:cNvSpPr txBox="1"/>
          <p:nvPr/>
        </p:nvSpPr>
        <p:spPr>
          <a:xfrm>
            <a:off x="1200210" y="4742768"/>
            <a:ext cx="1781393" cy="1200329"/>
          </a:xfrm>
          <a:prstGeom prst="rect">
            <a:avLst/>
          </a:prstGeom>
          <a:noFill/>
        </p:spPr>
        <p:txBody>
          <a:bodyPr wrap="square" rtlCol="0">
            <a:spAutoFit/>
          </a:bodyPr>
          <a:lstStyle/>
          <a:p>
            <a:r>
              <a:rPr lang="en-PH" b="1" i="1" dirty="0">
                <a:solidFill>
                  <a:srgbClr val="0070C0"/>
                </a:solidFill>
              </a:rPr>
              <a:t>method1</a:t>
            </a:r>
            <a:r>
              <a:rPr lang="en-PH" i="1" dirty="0"/>
              <a:t>() {} </a:t>
            </a:r>
          </a:p>
          <a:p>
            <a:r>
              <a:rPr lang="en-PH" b="1" i="1" dirty="0">
                <a:solidFill>
                  <a:srgbClr val="0070C0"/>
                </a:solidFill>
              </a:rPr>
              <a:t>method2</a:t>
            </a:r>
            <a:r>
              <a:rPr lang="en-PH" i="1" dirty="0"/>
              <a:t>() {}</a:t>
            </a:r>
          </a:p>
          <a:p>
            <a:r>
              <a:rPr lang="en-PH" b="1" i="1" dirty="0">
                <a:solidFill>
                  <a:srgbClr val="0070C0"/>
                </a:solidFill>
              </a:rPr>
              <a:t>method3</a:t>
            </a:r>
            <a:r>
              <a:rPr lang="en-PH" i="1" dirty="0"/>
              <a:t>() {}</a:t>
            </a:r>
          </a:p>
          <a:p>
            <a:endParaRPr lang="en-PH" i="1" dirty="0"/>
          </a:p>
        </p:txBody>
      </p:sp>
    </p:spTree>
    <p:extLst>
      <p:ext uri="{BB962C8B-B14F-4D97-AF65-F5344CB8AC3E}">
        <p14:creationId xmlns:p14="http://schemas.microsoft.com/office/powerpoint/2010/main" val="13146223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 calcmode="lin" valueType="num">
                                      <p:cBhvr additive="base">
                                        <p:cTn id="7" dur="500" fill="hold"/>
                                        <p:tgtEl>
                                          <p:spTgt spid="26"/>
                                        </p:tgtEl>
                                        <p:attrNameLst>
                                          <p:attrName>ppt_x</p:attrName>
                                        </p:attrNameLst>
                                      </p:cBhvr>
                                      <p:tavLst>
                                        <p:tav tm="0">
                                          <p:val>
                                            <p:strVal val="#ppt_x"/>
                                          </p:val>
                                        </p:tav>
                                        <p:tav tm="100000">
                                          <p:val>
                                            <p:strVal val="#ppt_x"/>
                                          </p:val>
                                        </p:tav>
                                      </p:tavLst>
                                    </p:anim>
                                    <p:anim calcmode="lin" valueType="num">
                                      <p:cBhvr additive="base">
                                        <p:cTn id="8" dur="500" fill="hold"/>
                                        <p:tgtEl>
                                          <p:spTgt spid="2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1"/>
                                        </p:tgtEl>
                                        <p:attrNameLst>
                                          <p:attrName>style.visibility</p:attrName>
                                        </p:attrNameLst>
                                      </p:cBhvr>
                                      <p:to>
                                        <p:strVal val="visible"/>
                                      </p:to>
                                    </p:set>
                                    <p:anim calcmode="lin" valueType="num">
                                      <p:cBhvr additive="base">
                                        <p:cTn id="13" dur="500" fill="hold"/>
                                        <p:tgtEl>
                                          <p:spTgt spid="21"/>
                                        </p:tgtEl>
                                        <p:attrNameLst>
                                          <p:attrName>ppt_x</p:attrName>
                                        </p:attrNameLst>
                                      </p:cBhvr>
                                      <p:tavLst>
                                        <p:tav tm="0">
                                          <p:val>
                                            <p:strVal val="#ppt_x"/>
                                          </p:val>
                                        </p:tav>
                                        <p:tav tm="100000">
                                          <p:val>
                                            <p:strVal val="#ppt_x"/>
                                          </p:val>
                                        </p:tav>
                                      </p:tavLst>
                                    </p:anim>
                                    <p:anim calcmode="lin" valueType="num">
                                      <p:cBhvr additive="base">
                                        <p:cTn id="14" dur="500" fill="hold"/>
                                        <p:tgtEl>
                                          <p:spTgt spid="21"/>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24"/>
                                        </p:tgtEl>
                                        <p:attrNameLst>
                                          <p:attrName>style.visibility</p:attrName>
                                        </p:attrNameLst>
                                      </p:cBhvr>
                                      <p:to>
                                        <p:strVal val="visible"/>
                                      </p:to>
                                    </p:set>
                                    <p:anim calcmode="lin" valueType="num">
                                      <p:cBhvr additive="base">
                                        <p:cTn id="17" dur="500" fill="hold"/>
                                        <p:tgtEl>
                                          <p:spTgt spid="24"/>
                                        </p:tgtEl>
                                        <p:attrNameLst>
                                          <p:attrName>ppt_x</p:attrName>
                                        </p:attrNameLst>
                                      </p:cBhvr>
                                      <p:tavLst>
                                        <p:tav tm="0">
                                          <p:val>
                                            <p:strVal val="#ppt_x"/>
                                          </p:val>
                                        </p:tav>
                                        <p:tav tm="100000">
                                          <p:val>
                                            <p:strVal val="#ppt_x"/>
                                          </p:val>
                                        </p:tav>
                                      </p:tavLst>
                                    </p:anim>
                                    <p:anim calcmode="lin" valueType="num">
                                      <p:cBhvr additive="base">
                                        <p:cTn id="18" dur="500" fill="hold"/>
                                        <p:tgtEl>
                                          <p:spTgt spid="24"/>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25"/>
                                        </p:tgtEl>
                                        <p:attrNameLst>
                                          <p:attrName>style.visibility</p:attrName>
                                        </p:attrNameLst>
                                      </p:cBhvr>
                                      <p:to>
                                        <p:strVal val="visible"/>
                                      </p:to>
                                    </p:set>
                                    <p:anim calcmode="lin" valueType="num">
                                      <p:cBhvr additive="base">
                                        <p:cTn id="21" dur="500" fill="hold"/>
                                        <p:tgtEl>
                                          <p:spTgt spid="25"/>
                                        </p:tgtEl>
                                        <p:attrNameLst>
                                          <p:attrName>ppt_x</p:attrName>
                                        </p:attrNameLst>
                                      </p:cBhvr>
                                      <p:tavLst>
                                        <p:tav tm="0">
                                          <p:val>
                                            <p:strVal val="#ppt_x"/>
                                          </p:val>
                                        </p:tav>
                                        <p:tav tm="100000">
                                          <p:val>
                                            <p:strVal val="#ppt_x"/>
                                          </p:val>
                                        </p:tav>
                                      </p:tavLst>
                                    </p:anim>
                                    <p:anim calcmode="lin" valueType="num">
                                      <p:cBhvr additive="base">
                                        <p:cTn id="22"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27"/>
                                        </p:tgtEl>
                                        <p:attrNameLst>
                                          <p:attrName>style.visibility</p:attrName>
                                        </p:attrNameLst>
                                      </p:cBhvr>
                                      <p:to>
                                        <p:strVal val="visible"/>
                                      </p:to>
                                    </p:set>
                                    <p:anim calcmode="lin" valueType="num">
                                      <p:cBhvr additive="base">
                                        <p:cTn id="27" dur="500" fill="hold"/>
                                        <p:tgtEl>
                                          <p:spTgt spid="27"/>
                                        </p:tgtEl>
                                        <p:attrNameLst>
                                          <p:attrName>ppt_x</p:attrName>
                                        </p:attrNameLst>
                                      </p:cBhvr>
                                      <p:tavLst>
                                        <p:tav tm="0">
                                          <p:val>
                                            <p:strVal val="#ppt_x"/>
                                          </p:val>
                                        </p:tav>
                                        <p:tav tm="100000">
                                          <p:val>
                                            <p:strVal val="#ppt_x"/>
                                          </p:val>
                                        </p:tav>
                                      </p:tavLst>
                                    </p:anim>
                                    <p:anim calcmode="lin" valueType="num">
                                      <p:cBhvr additive="base">
                                        <p:cTn id="28" dur="500" fill="hold"/>
                                        <p:tgtEl>
                                          <p:spTgt spid="27"/>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grpId="0" nodeType="clickEffect">
                                  <p:stCondLst>
                                    <p:cond delay="0"/>
                                  </p:stCondLst>
                                  <p:childTnLst>
                                    <p:set>
                                      <p:cBhvr>
                                        <p:cTn id="32" dur="1" fill="hold">
                                          <p:stCondLst>
                                            <p:cond delay="0"/>
                                          </p:stCondLst>
                                        </p:cTn>
                                        <p:tgtEl>
                                          <p:spTgt spid="28"/>
                                        </p:tgtEl>
                                        <p:attrNameLst>
                                          <p:attrName>style.visibility</p:attrName>
                                        </p:attrNameLst>
                                      </p:cBhvr>
                                      <p:to>
                                        <p:strVal val="visible"/>
                                      </p:to>
                                    </p:set>
                                    <p:animEffect transition="in" filter="fade">
                                      <p:cBhvr>
                                        <p:cTn id="33" dur="1000"/>
                                        <p:tgtEl>
                                          <p:spTgt spid="28"/>
                                        </p:tgtEl>
                                      </p:cBhvr>
                                    </p:animEffect>
                                    <p:anim calcmode="lin" valueType="num">
                                      <p:cBhvr>
                                        <p:cTn id="34" dur="1000" fill="hold"/>
                                        <p:tgtEl>
                                          <p:spTgt spid="28"/>
                                        </p:tgtEl>
                                        <p:attrNameLst>
                                          <p:attrName>ppt_x</p:attrName>
                                        </p:attrNameLst>
                                      </p:cBhvr>
                                      <p:tavLst>
                                        <p:tav tm="0">
                                          <p:val>
                                            <p:strVal val="#ppt_x"/>
                                          </p:val>
                                        </p:tav>
                                        <p:tav tm="100000">
                                          <p:val>
                                            <p:strVal val="#ppt_x"/>
                                          </p:val>
                                        </p:tav>
                                      </p:tavLst>
                                    </p:anim>
                                    <p:anim calcmode="lin" valueType="num">
                                      <p:cBhvr>
                                        <p:cTn id="35" dur="1000" fill="hold"/>
                                        <p:tgtEl>
                                          <p:spTgt spid="28"/>
                                        </p:tgtEl>
                                        <p:attrNameLst>
                                          <p:attrName>ppt_y</p:attrName>
                                        </p:attrNameLst>
                                      </p:cBhvr>
                                      <p:tavLst>
                                        <p:tav tm="0">
                                          <p:val>
                                            <p:strVal val="#ppt_y+.1"/>
                                          </p:val>
                                        </p:tav>
                                        <p:tav tm="100000">
                                          <p:val>
                                            <p:strVal val="#ppt_y"/>
                                          </p:val>
                                        </p:tav>
                                      </p:tavLst>
                                    </p:anim>
                                  </p:childTnLst>
                                </p:cTn>
                              </p:par>
                              <p:par>
                                <p:cTn id="36" presetID="42" presetClass="entr" presetSubtype="0" fill="hold" grpId="0" nodeType="withEffect">
                                  <p:stCondLst>
                                    <p:cond delay="0"/>
                                  </p:stCondLst>
                                  <p:childTnLst>
                                    <p:set>
                                      <p:cBhvr>
                                        <p:cTn id="37" dur="1" fill="hold">
                                          <p:stCondLst>
                                            <p:cond delay="0"/>
                                          </p:stCondLst>
                                        </p:cTn>
                                        <p:tgtEl>
                                          <p:spTgt spid="30"/>
                                        </p:tgtEl>
                                        <p:attrNameLst>
                                          <p:attrName>style.visibility</p:attrName>
                                        </p:attrNameLst>
                                      </p:cBhvr>
                                      <p:to>
                                        <p:strVal val="visible"/>
                                      </p:to>
                                    </p:set>
                                    <p:animEffect transition="in" filter="fade">
                                      <p:cBhvr>
                                        <p:cTn id="38" dur="1000"/>
                                        <p:tgtEl>
                                          <p:spTgt spid="30"/>
                                        </p:tgtEl>
                                      </p:cBhvr>
                                    </p:animEffect>
                                    <p:anim calcmode="lin" valueType="num">
                                      <p:cBhvr>
                                        <p:cTn id="39" dur="1000" fill="hold"/>
                                        <p:tgtEl>
                                          <p:spTgt spid="30"/>
                                        </p:tgtEl>
                                        <p:attrNameLst>
                                          <p:attrName>ppt_x</p:attrName>
                                        </p:attrNameLst>
                                      </p:cBhvr>
                                      <p:tavLst>
                                        <p:tav tm="0">
                                          <p:val>
                                            <p:strVal val="#ppt_x"/>
                                          </p:val>
                                        </p:tav>
                                        <p:tav tm="100000">
                                          <p:val>
                                            <p:strVal val="#ppt_x"/>
                                          </p:val>
                                        </p:tav>
                                      </p:tavLst>
                                    </p:anim>
                                    <p:anim calcmode="lin" valueType="num">
                                      <p:cBhvr>
                                        <p:cTn id="40" dur="1000" fill="hold"/>
                                        <p:tgtEl>
                                          <p:spTgt spid="30"/>
                                        </p:tgtEl>
                                        <p:attrNameLst>
                                          <p:attrName>ppt_y</p:attrName>
                                        </p:attrNameLst>
                                      </p:cBhvr>
                                      <p:tavLst>
                                        <p:tav tm="0">
                                          <p:val>
                                            <p:strVal val="#ppt_y+.1"/>
                                          </p:val>
                                        </p:tav>
                                        <p:tav tm="100000">
                                          <p:val>
                                            <p:strVal val="#ppt_y"/>
                                          </p:val>
                                        </p:tav>
                                      </p:tavLst>
                                    </p:anim>
                                  </p:childTnLst>
                                </p:cTn>
                              </p:par>
                              <p:par>
                                <p:cTn id="41" presetID="42" presetClass="entr" presetSubtype="0" fill="hold" grpId="0" nodeType="withEffect">
                                  <p:stCondLst>
                                    <p:cond delay="0"/>
                                  </p:stCondLst>
                                  <p:childTnLst>
                                    <p:set>
                                      <p:cBhvr>
                                        <p:cTn id="42" dur="1" fill="hold">
                                          <p:stCondLst>
                                            <p:cond delay="0"/>
                                          </p:stCondLst>
                                        </p:cTn>
                                        <p:tgtEl>
                                          <p:spTgt spid="31"/>
                                        </p:tgtEl>
                                        <p:attrNameLst>
                                          <p:attrName>style.visibility</p:attrName>
                                        </p:attrNameLst>
                                      </p:cBhvr>
                                      <p:to>
                                        <p:strVal val="visible"/>
                                      </p:to>
                                    </p:set>
                                    <p:animEffect transition="in" filter="fade">
                                      <p:cBhvr>
                                        <p:cTn id="43" dur="1000"/>
                                        <p:tgtEl>
                                          <p:spTgt spid="31"/>
                                        </p:tgtEl>
                                      </p:cBhvr>
                                    </p:animEffect>
                                    <p:anim calcmode="lin" valueType="num">
                                      <p:cBhvr>
                                        <p:cTn id="44" dur="1000" fill="hold"/>
                                        <p:tgtEl>
                                          <p:spTgt spid="31"/>
                                        </p:tgtEl>
                                        <p:attrNameLst>
                                          <p:attrName>ppt_x</p:attrName>
                                        </p:attrNameLst>
                                      </p:cBhvr>
                                      <p:tavLst>
                                        <p:tav tm="0">
                                          <p:val>
                                            <p:strVal val="#ppt_x"/>
                                          </p:val>
                                        </p:tav>
                                        <p:tav tm="100000">
                                          <p:val>
                                            <p:strVal val="#ppt_x"/>
                                          </p:val>
                                        </p:tav>
                                      </p:tavLst>
                                    </p:anim>
                                    <p:anim calcmode="lin" valueType="num">
                                      <p:cBhvr>
                                        <p:cTn id="45" dur="1000" fill="hold"/>
                                        <p:tgtEl>
                                          <p:spTgt spid="3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4" grpId="0"/>
      <p:bldP spid="25" grpId="0"/>
      <p:bldP spid="26" grpId="0"/>
      <p:bldP spid="27" grpId="0"/>
      <p:bldP spid="28" grpId="0"/>
      <p:bldP spid="30" grpId="0"/>
      <p:bldP spid="31"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3DCE86-C2BA-4713-9E7A-73589E8D6CCF}"/>
              </a:ext>
            </a:extLst>
          </p:cNvPr>
          <p:cNvSpPr>
            <a:spLocks noGrp="1"/>
          </p:cNvSpPr>
          <p:nvPr>
            <p:ph type="ctrTitle"/>
          </p:nvPr>
        </p:nvSpPr>
        <p:spPr>
          <a:xfrm>
            <a:off x="1524000" y="497150"/>
            <a:ext cx="9144000" cy="718459"/>
          </a:xfrm>
        </p:spPr>
        <p:txBody>
          <a:bodyPr>
            <a:noAutofit/>
          </a:bodyPr>
          <a:lstStyle/>
          <a:p>
            <a:r>
              <a:rPr lang="en-PH" sz="5400" b="1" dirty="0"/>
              <a:t>Open-Closed Principle</a:t>
            </a:r>
            <a:endParaRPr lang="en-PH" sz="5000" b="1" dirty="0"/>
          </a:p>
        </p:txBody>
      </p:sp>
      <p:sp>
        <p:nvSpPr>
          <p:cNvPr id="4" name="Footer Placeholder 3">
            <a:extLst>
              <a:ext uri="{FF2B5EF4-FFF2-40B4-BE49-F238E27FC236}">
                <a16:creationId xmlns:a16="http://schemas.microsoft.com/office/drawing/2014/main" id="{638E7DE1-45EE-476A-A474-0F3C264AEDA3}"/>
              </a:ext>
            </a:extLst>
          </p:cNvPr>
          <p:cNvSpPr>
            <a:spLocks noGrp="1"/>
          </p:cNvSpPr>
          <p:nvPr>
            <p:ph type="ftr" sz="quarter" idx="11"/>
          </p:nvPr>
        </p:nvSpPr>
        <p:spPr>
          <a:xfrm>
            <a:off x="0" y="6139541"/>
            <a:ext cx="12192000" cy="718459"/>
          </a:xfrm>
          <a:ln w="28575">
            <a:solidFill>
              <a:schemeClr val="accent5">
                <a:lumMod val="50000"/>
              </a:schemeClr>
            </a:solidFill>
          </a:ln>
        </p:spPr>
        <p:txBody>
          <a:bodyPr/>
          <a:lstStyle/>
          <a:p>
            <a:pPr algn="r"/>
            <a:r>
              <a:rPr lang="en-PH" b="1">
                <a:solidFill>
                  <a:schemeClr val="tx1"/>
                </a:solidFill>
              </a:rPr>
              <a:t>CCOBJPGL</a:t>
            </a:r>
            <a:endParaRPr lang="en-PH" dirty="0"/>
          </a:p>
        </p:txBody>
      </p:sp>
      <p:sp>
        <p:nvSpPr>
          <p:cNvPr id="5" name="Title 1">
            <a:extLst>
              <a:ext uri="{FF2B5EF4-FFF2-40B4-BE49-F238E27FC236}">
                <a16:creationId xmlns:a16="http://schemas.microsoft.com/office/drawing/2014/main" id="{3444037F-B658-D82C-5DCA-53E8AA1493D7}"/>
              </a:ext>
            </a:extLst>
          </p:cNvPr>
          <p:cNvSpPr txBox="1">
            <a:spLocks/>
          </p:cNvSpPr>
          <p:nvPr/>
        </p:nvSpPr>
        <p:spPr>
          <a:xfrm>
            <a:off x="1524000" y="1516449"/>
            <a:ext cx="9144000" cy="4290585"/>
          </a:xfrm>
          <a:prstGeom prst="rect">
            <a:avLst/>
          </a:prstGeom>
        </p:spPr>
        <p:txBody>
          <a:bodyPr vert="horz" lIns="91440" tIns="45720" rIns="91440" bIns="4572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lnSpc>
                <a:spcPct val="100000"/>
              </a:lnSpc>
            </a:pPr>
            <a:r>
              <a:rPr lang="en-US" sz="2500" i="0" dirty="0">
                <a:solidFill>
                  <a:srgbClr val="221D1F"/>
                </a:solidFill>
                <a:effectLst/>
                <a:latin typeface="Calibri (Body)"/>
              </a:rPr>
              <a:t>The Open Closed Principle is a design principle that states that software components (such as classes and methods) </a:t>
            </a:r>
            <a:r>
              <a:rPr lang="en-US" sz="2500" b="1" i="0" dirty="0">
                <a:solidFill>
                  <a:srgbClr val="221D1F"/>
                </a:solidFill>
                <a:effectLst/>
                <a:latin typeface="Calibri (Body)"/>
              </a:rPr>
              <a:t>should be open for extension but closed for modification</a:t>
            </a:r>
            <a:r>
              <a:rPr lang="en-US" sz="2500" i="0" dirty="0">
                <a:solidFill>
                  <a:srgbClr val="221D1F"/>
                </a:solidFill>
                <a:effectLst/>
                <a:latin typeface="Calibri (Body)"/>
              </a:rPr>
              <a:t>. </a:t>
            </a:r>
          </a:p>
          <a:p>
            <a:pPr algn="l">
              <a:lnSpc>
                <a:spcPct val="100000"/>
              </a:lnSpc>
            </a:pPr>
            <a:endParaRPr lang="en-US" sz="2500" dirty="0">
              <a:solidFill>
                <a:srgbClr val="221D1F"/>
              </a:solidFill>
              <a:latin typeface="Calibri (Body)"/>
            </a:endParaRPr>
          </a:p>
          <a:p>
            <a:pPr algn="l">
              <a:lnSpc>
                <a:spcPct val="100000"/>
              </a:lnSpc>
            </a:pPr>
            <a:r>
              <a:rPr lang="en-US" sz="2500" i="0" dirty="0">
                <a:solidFill>
                  <a:srgbClr val="221D1F"/>
                </a:solidFill>
                <a:effectLst/>
                <a:latin typeface="Calibri (Body)"/>
              </a:rPr>
              <a:t>In other words, it means that you can add new functionality to your software without having to </a:t>
            </a:r>
            <a:r>
              <a:rPr lang="en-US" sz="2500" b="1" i="0" dirty="0">
                <a:solidFill>
                  <a:srgbClr val="221D1F"/>
                </a:solidFill>
                <a:effectLst/>
                <a:latin typeface="Calibri (Body)"/>
              </a:rPr>
              <a:t>change the existing code</a:t>
            </a:r>
            <a:r>
              <a:rPr lang="en-US" sz="2500" i="0" dirty="0">
                <a:solidFill>
                  <a:srgbClr val="221D1F"/>
                </a:solidFill>
                <a:effectLst/>
                <a:latin typeface="Calibri (Body)"/>
              </a:rPr>
              <a:t>.</a:t>
            </a:r>
          </a:p>
          <a:p>
            <a:pPr algn="l">
              <a:lnSpc>
                <a:spcPct val="100000"/>
              </a:lnSpc>
            </a:pPr>
            <a:endParaRPr lang="en-US" sz="2500" dirty="0">
              <a:solidFill>
                <a:srgbClr val="221D1F"/>
              </a:solidFill>
              <a:latin typeface="Calibri (Body)"/>
            </a:endParaRPr>
          </a:p>
          <a:p>
            <a:pPr algn="l">
              <a:lnSpc>
                <a:spcPct val="100000"/>
              </a:lnSpc>
            </a:pPr>
            <a:endParaRPr lang="en-US" sz="2500" dirty="0">
              <a:solidFill>
                <a:srgbClr val="221D1F"/>
              </a:solidFill>
              <a:latin typeface="Calibri (Body)"/>
            </a:endParaRPr>
          </a:p>
          <a:p>
            <a:pPr algn="l">
              <a:lnSpc>
                <a:spcPct val="100000"/>
              </a:lnSpc>
            </a:pPr>
            <a:endParaRPr lang="en-US" sz="2500" dirty="0">
              <a:solidFill>
                <a:srgbClr val="221D1F"/>
              </a:solidFill>
              <a:latin typeface="Calibri (Body)"/>
            </a:endParaRPr>
          </a:p>
          <a:p>
            <a:pPr algn="l">
              <a:lnSpc>
                <a:spcPct val="100000"/>
              </a:lnSpc>
            </a:pPr>
            <a:endParaRPr lang="en-US" sz="2500" dirty="0">
              <a:solidFill>
                <a:srgbClr val="221D1F"/>
              </a:solidFill>
              <a:latin typeface="Calibri (Body)"/>
            </a:endParaRPr>
          </a:p>
          <a:p>
            <a:pPr algn="l">
              <a:lnSpc>
                <a:spcPct val="100000"/>
              </a:lnSpc>
            </a:pPr>
            <a:endParaRPr lang="en-US" sz="2500" dirty="0">
              <a:latin typeface="Calibri (Body)"/>
            </a:endParaRPr>
          </a:p>
        </p:txBody>
      </p:sp>
    </p:spTree>
    <p:extLst>
      <p:ext uri="{BB962C8B-B14F-4D97-AF65-F5344CB8AC3E}">
        <p14:creationId xmlns:p14="http://schemas.microsoft.com/office/powerpoint/2010/main" val="24502259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638E7DE1-45EE-476A-A474-0F3C264AEDA3}"/>
              </a:ext>
            </a:extLst>
          </p:cNvPr>
          <p:cNvSpPr>
            <a:spLocks noGrp="1"/>
          </p:cNvSpPr>
          <p:nvPr>
            <p:ph type="ftr" sz="quarter" idx="11"/>
          </p:nvPr>
        </p:nvSpPr>
        <p:spPr>
          <a:xfrm>
            <a:off x="0" y="6139541"/>
            <a:ext cx="12192000" cy="718459"/>
          </a:xfrm>
          <a:ln w="28575">
            <a:solidFill>
              <a:schemeClr val="accent5">
                <a:lumMod val="50000"/>
              </a:schemeClr>
            </a:solidFill>
          </a:ln>
        </p:spPr>
        <p:txBody>
          <a:bodyPr/>
          <a:lstStyle/>
          <a:p>
            <a:pPr algn="r"/>
            <a:r>
              <a:rPr lang="en-PH" b="1">
                <a:solidFill>
                  <a:schemeClr val="tx1"/>
                </a:solidFill>
              </a:rPr>
              <a:t>CCOBJPGL</a:t>
            </a:r>
            <a:endParaRPr lang="en-PH" dirty="0"/>
          </a:p>
        </p:txBody>
      </p:sp>
      <p:graphicFrame>
        <p:nvGraphicFramePr>
          <p:cNvPr id="8" name="Table 7">
            <a:extLst>
              <a:ext uri="{FF2B5EF4-FFF2-40B4-BE49-F238E27FC236}">
                <a16:creationId xmlns:a16="http://schemas.microsoft.com/office/drawing/2014/main" id="{BB9DFC73-8333-6A94-72E3-095558E290BA}"/>
              </a:ext>
            </a:extLst>
          </p:cNvPr>
          <p:cNvGraphicFramePr>
            <a:graphicFrameLocks noGrp="1"/>
          </p:cNvGraphicFramePr>
          <p:nvPr/>
        </p:nvGraphicFramePr>
        <p:xfrm>
          <a:off x="8292228" y="1623446"/>
          <a:ext cx="2054271" cy="1371600"/>
        </p:xfrm>
        <a:graphic>
          <a:graphicData uri="http://schemas.openxmlformats.org/drawingml/2006/table">
            <a:tbl>
              <a:tblPr firstRow="1" bandRow="1">
                <a:tableStyleId>{5940675A-B579-460E-94D1-54222C63F5DA}</a:tableStyleId>
              </a:tblPr>
              <a:tblGrid>
                <a:gridCol w="2054271">
                  <a:extLst>
                    <a:ext uri="{9D8B030D-6E8A-4147-A177-3AD203B41FA5}">
                      <a16:colId xmlns:a16="http://schemas.microsoft.com/office/drawing/2014/main" val="1419670202"/>
                    </a:ext>
                  </a:extLst>
                </a:gridCol>
              </a:tblGrid>
              <a:tr h="457200">
                <a:tc>
                  <a:txBody>
                    <a:bodyPr/>
                    <a:lstStyle/>
                    <a:p>
                      <a:pPr algn="ctr"/>
                      <a:r>
                        <a:rPr lang="en-PH" b="1" dirty="0"/>
                        <a:t>Visitor Interface</a:t>
                      </a:r>
                    </a:p>
                  </a:txBody>
                  <a:tcPr/>
                </a:tc>
                <a:extLst>
                  <a:ext uri="{0D108BD9-81ED-4DB2-BD59-A6C34878D82A}">
                    <a16:rowId xmlns:a16="http://schemas.microsoft.com/office/drawing/2014/main" val="215494143"/>
                  </a:ext>
                </a:extLst>
              </a:tr>
              <a:tr h="457200">
                <a:tc>
                  <a:txBody>
                    <a:bodyPr/>
                    <a:lstStyle/>
                    <a:p>
                      <a:endParaRPr lang="en-PH" sz="1800" i="1" dirty="0"/>
                    </a:p>
                  </a:txBody>
                  <a:tcPr/>
                </a:tc>
                <a:extLst>
                  <a:ext uri="{0D108BD9-81ED-4DB2-BD59-A6C34878D82A}">
                    <a16:rowId xmlns:a16="http://schemas.microsoft.com/office/drawing/2014/main" val="3690348395"/>
                  </a:ext>
                </a:extLst>
              </a:tr>
              <a:tr h="457200">
                <a:tc>
                  <a:txBody>
                    <a:bodyPr/>
                    <a:lstStyle/>
                    <a:p>
                      <a:endParaRPr lang="en-PH" sz="1800" i="1" dirty="0"/>
                    </a:p>
                  </a:txBody>
                  <a:tcPr/>
                </a:tc>
                <a:extLst>
                  <a:ext uri="{0D108BD9-81ED-4DB2-BD59-A6C34878D82A}">
                    <a16:rowId xmlns:a16="http://schemas.microsoft.com/office/drawing/2014/main" val="1845984957"/>
                  </a:ext>
                </a:extLst>
              </a:tr>
            </a:tbl>
          </a:graphicData>
        </a:graphic>
      </p:graphicFrame>
      <p:graphicFrame>
        <p:nvGraphicFramePr>
          <p:cNvPr id="10" name="Table 5">
            <a:extLst>
              <a:ext uri="{FF2B5EF4-FFF2-40B4-BE49-F238E27FC236}">
                <a16:creationId xmlns:a16="http://schemas.microsoft.com/office/drawing/2014/main" id="{A1A78CF2-26EB-90DD-70D4-A4BD49E500E8}"/>
              </a:ext>
            </a:extLst>
          </p:cNvPr>
          <p:cNvGraphicFramePr>
            <a:graphicFrameLocks noGrp="1"/>
          </p:cNvGraphicFramePr>
          <p:nvPr/>
        </p:nvGraphicFramePr>
        <p:xfrm>
          <a:off x="10346499" y="3195996"/>
          <a:ext cx="1695385" cy="1097280"/>
        </p:xfrm>
        <a:graphic>
          <a:graphicData uri="http://schemas.openxmlformats.org/drawingml/2006/table">
            <a:tbl>
              <a:tblPr firstRow="1" bandRow="1">
                <a:tableStyleId>{5940675A-B579-460E-94D1-54222C63F5DA}</a:tableStyleId>
              </a:tblPr>
              <a:tblGrid>
                <a:gridCol w="1695385">
                  <a:extLst>
                    <a:ext uri="{9D8B030D-6E8A-4147-A177-3AD203B41FA5}">
                      <a16:colId xmlns:a16="http://schemas.microsoft.com/office/drawing/2014/main" val="1419670202"/>
                    </a:ext>
                  </a:extLst>
                </a:gridCol>
              </a:tblGrid>
              <a:tr h="316792">
                <a:tc>
                  <a:txBody>
                    <a:bodyPr/>
                    <a:lstStyle/>
                    <a:p>
                      <a:pPr algn="ctr"/>
                      <a:r>
                        <a:rPr lang="en-PH" b="1" dirty="0"/>
                        <a:t>Visitor 2</a:t>
                      </a:r>
                    </a:p>
                  </a:txBody>
                  <a:tcPr/>
                </a:tc>
                <a:extLst>
                  <a:ext uri="{0D108BD9-81ED-4DB2-BD59-A6C34878D82A}">
                    <a16:rowId xmlns:a16="http://schemas.microsoft.com/office/drawing/2014/main" val="215494143"/>
                  </a:ext>
                </a:extLst>
              </a:tr>
              <a:tr h="0">
                <a:tc>
                  <a:txBody>
                    <a:bodyPr/>
                    <a:lstStyle/>
                    <a:p>
                      <a:endParaRPr lang="en-PH" sz="1800" dirty="0"/>
                    </a:p>
                  </a:txBody>
                  <a:tcPr/>
                </a:tc>
                <a:extLst>
                  <a:ext uri="{0D108BD9-81ED-4DB2-BD59-A6C34878D82A}">
                    <a16:rowId xmlns:a16="http://schemas.microsoft.com/office/drawing/2014/main" val="3690348395"/>
                  </a:ext>
                </a:extLst>
              </a:tr>
              <a:tr h="0">
                <a:tc>
                  <a:txBody>
                    <a:bodyPr/>
                    <a:lstStyle/>
                    <a:p>
                      <a:endParaRPr lang="en-PH" dirty="0"/>
                    </a:p>
                  </a:txBody>
                  <a:tcPr/>
                </a:tc>
                <a:extLst>
                  <a:ext uri="{0D108BD9-81ED-4DB2-BD59-A6C34878D82A}">
                    <a16:rowId xmlns:a16="http://schemas.microsoft.com/office/drawing/2014/main" val="1845984957"/>
                  </a:ext>
                </a:extLst>
              </a:tr>
            </a:tbl>
          </a:graphicData>
        </a:graphic>
      </p:graphicFrame>
      <p:graphicFrame>
        <p:nvGraphicFramePr>
          <p:cNvPr id="11" name="Table 5">
            <a:extLst>
              <a:ext uri="{FF2B5EF4-FFF2-40B4-BE49-F238E27FC236}">
                <a16:creationId xmlns:a16="http://schemas.microsoft.com/office/drawing/2014/main" id="{28E6F039-0FB9-7954-ACF4-CA1EB4B018D7}"/>
              </a:ext>
            </a:extLst>
          </p:cNvPr>
          <p:cNvGraphicFramePr>
            <a:graphicFrameLocks noGrp="1"/>
          </p:cNvGraphicFramePr>
          <p:nvPr/>
        </p:nvGraphicFramePr>
        <p:xfrm>
          <a:off x="6757792" y="3195996"/>
          <a:ext cx="1766168" cy="1097280"/>
        </p:xfrm>
        <a:graphic>
          <a:graphicData uri="http://schemas.openxmlformats.org/drawingml/2006/table">
            <a:tbl>
              <a:tblPr firstRow="1" bandRow="1">
                <a:tableStyleId>{5940675A-B579-460E-94D1-54222C63F5DA}</a:tableStyleId>
              </a:tblPr>
              <a:tblGrid>
                <a:gridCol w="1766168">
                  <a:extLst>
                    <a:ext uri="{9D8B030D-6E8A-4147-A177-3AD203B41FA5}">
                      <a16:colId xmlns:a16="http://schemas.microsoft.com/office/drawing/2014/main" val="1419670202"/>
                    </a:ext>
                  </a:extLst>
                </a:gridCol>
              </a:tblGrid>
              <a:tr h="316792">
                <a:tc>
                  <a:txBody>
                    <a:bodyPr/>
                    <a:lstStyle/>
                    <a:p>
                      <a:pPr algn="ctr"/>
                      <a:r>
                        <a:rPr lang="en-PH" b="1" dirty="0"/>
                        <a:t>Visitor1</a:t>
                      </a:r>
                    </a:p>
                  </a:txBody>
                  <a:tcPr/>
                </a:tc>
                <a:extLst>
                  <a:ext uri="{0D108BD9-81ED-4DB2-BD59-A6C34878D82A}">
                    <a16:rowId xmlns:a16="http://schemas.microsoft.com/office/drawing/2014/main" val="215494143"/>
                  </a:ext>
                </a:extLst>
              </a:tr>
              <a:tr h="0">
                <a:tc>
                  <a:txBody>
                    <a:bodyPr/>
                    <a:lstStyle/>
                    <a:p>
                      <a:endParaRPr lang="en-PH" sz="1800" dirty="0"/>
                    </a:p>
                  </a:txBody>
                  <a:tcPr/>
                </a:tc>
                <a:extLst>
                  <a:ext uri="{0D108BD9-81ED-4DB2-BD59-A6C34878D82A}">
                    <a16:rowId xmlns:a16="http://schemas.microsoft.com/office/drawing/2014/main" val="3690348395"/>
                  </a:ext>
                </a:extLst>
              </a:tr>
              <a:tr h="0">
                <a:tc>
                  <a:txBody>
                    <a:bodyPr/>
                    <a:lstStyle/>
                    <a:p>
                      <a:endParaRPr lang="en-PH" dirty="0"/>
                    </a:p>
                  </a:txBody>
                  <a:tcPr/>
                </a:tc>
                <a:extLst>
                  <a:ext uri="{0D108BD9-81ED-4DB2-BD59-A6C34878D82A}">
                    <a16:rowId xmlns:a16="http://schemas.microsoft.com/office/drawing/2014/main" val="1845984957"/>
                  </a:ext>
                </a:extLst>
              </a:tr>
            </a:tbl>
          </a:graphicData>
        </a:graphic>
      </p:graphicFrame>
      <p:cxnSp>
        <p:nvCxnSpPr>
          <p:cNvPr id="12" name="Connector: Elbow 11">
            <a:extLst>
              <a:ext uri="{FF2B5EF4-FFF2-40B4-BE49-F238E27FC236}">
                <a16:creationId xmlns:a16="http://schemas.microsoft.com/office/drawing/2014/main" id="{CE37A21B-D0A7-7E9E-10A0-C39B249D8A12}"/>
              </a:ext>
            </a:extLst>
          </p:cNvPr>
          <p:cNvCxnSpPr>
            <a:cxnSpLocks/>
            <a:stCxn id="11" idx="0"/>
            <a:endCxn id="8" idx="1"/>
          </p:cNvCxnSpPr>
          <p:nvPr/>
        </p:nvCxnSpPr>
        <p:spPr>
          <a:xfrm rot="5400000" flipH="1" flipV="1">
            <a:off x="7523177" y="2426945"/>
            <a:ext cx="886750" cy="651352"/>
          </a:xfrm>
          <a:prstGeom prst="bentConnector2">
            <a:avLst/>
          </a:prstGeom>
          <a:ln>
            <a:tailEnd type="triangle"/>
          </a:ln>
        </p:spPr>
        <p:style>
          <a:lnRef idx="3">
            <a:schemeClr val="dk1"/>
          </a:lnRef>
          <a:fillRef idx="0">
            <a:schemeClr val="dk1"/>
          </a:fillRef>
          <a:effectRef idx="2">
            <a:schemeClr val="dk1"/>
          </a:effectRef>
          <a:fontRef idx="minor">
            <a:schemeClr val="tx1"/>
          </a:fontRef>
        </p:style>
      </p:cxnSp>
      <p:cxnSp>
        <p:nvCxnSpPr>
          <p:cNvPr id="13" name="Connector: Elbow 12">
            <a:extLst>
              <a:ext uri="{FF2B5EF4-FFF2-40B4-BE49-F238E27FC236}">
                <a16:creationId xmlns:a16="http://schemas.microsoft.com/office/drawing/2014/main" id="{9E2FCEE8-ADF1-784C-24BA-087C99EF3A61}"/>
              </a:ext>
            </a:extLst>
          </p:cNvPr>
          <p:cNvCxnSpPr>
            <a:cxnSpLocks/>
            <a:stCxn id="10" idx="0"/>
            <a:endCxn id="8" idx="3"/>
          </p:cNvCxnSpPr>
          <p:nvPr/>
        </p:nvCxnSpPr>
        <p:spPr>
          <a:xfrm rot="16200000" flipV="1">
            <a:off x="10326970" y="2328775"/>
            <a:ext cx="886750" cy="847692"/>
          </a:xfrm>
          <a:prstGeom prst="bentConnector2">
            <a:avLst/>
          </a:prstGeom>
          <a:ln>
            <a:tailEnd type="triangle"/>
          </a:ln>
        </p:spPr>
        <p:style>
          <a:lnRef idx="3">
            <a:schemeClr val="dk1"/>
          </a:lnRef>
          <a:fillRef idx="0">
            <a:schemeClr val="dk1"/>
          </a:fillRef>
          <a:effectRef idx="2">
            <a:schemeClr val="dk1"/>
          </a:effectRef>
          <a:fontRef idx="minor">
            <a:schemeClr val="tx1"/>
          </a:fontRef>
        </p:style>
      </p:cxnSp>
      <p:graphicFrame>
        <p:nvGraphicFramePr>
          <p:cNvPr id="23" name="Table 5">
            <a:extLst>
              <a:ext uri="{FF2B5EF4-FFF2-40B4-BE49-F238E27FC236}">
                <a16:creationId xmlns:a16="http://schemas.microsoft.com/office/drawing/2014/main" id="{87007202-411B-BE21-6D46-70DE54196580}"/>
              </a:ext>
            </a:extLst>
          </p:cNvPr>
          <p:cNvGraphicFramePr>
            <a:graphicFrameLocks noGrp="1"/>
          </p:cNvGraphicFramePr>
          <p:nvPr/>
        </p:nvGraphicFramePr>
        <p:xfrm>
          <a:off x="5212916" y="734409"/>
          <a:ext cx="1766168" cy="365760"/>
        </p:xfrm>
        <a:graphic>
          <a:graphicData uri="http://schemas.openxmlformats.org/drawingml/2006/table">
            <a:tbl>
              <a:tblPr firstRow="1" bandRow="1">
                <a:tableStyleId>{5940675A-B579-460E-94D1-54222C63F5DA}</a:tableStyleId>
              </a:tblPr>
              <a:tblGrid>
                <a:gridCol w="1766168">
                  <a:extLst>
                    <a:ext uri="{9D8B030D-6E8A-4147-A177-3AD203B41FA5}">
                      <a16:colId xmlns:a16="http://schemas.microsoft.com/office/drawing/2014/main" val="1419670202"/>
                    </a:ext>
                  </a:extLst>
                </a:gridCol>
              </a:tblGrid>
              <a:tr h="316792">
                <a:tc>
                  <a:txBody>
                    <a:bodyPr/>
                    <a:lstStyle/>
                    <a:p>
                      <a:pPr algn="ctr"/>
                      <a:r>
                        <a:rPr lang="en-PH" b="1" dirty="0"/>
                        <a:t>Client</a:t>
                      </a:r>
                    </a:p>
                  </a:txBody>
                  <a:tcPr/>
                </a:tc>
                <a:extLst>
                  <a:ext uri="{0D108BD9-81ED-4DB2-BD59-A6C34878D82A}">
                    <a16:rowId xmlns:a16="http://schemas.microsoft.com/office/drawing/2014/main" val="215494143"/>
                  </a:ext>
                </a:extLst>
              </a:tr>
            </a:tbl>
          </a:graphicData>
        </a:graphic>
      </p:graphicFrame>
      <p:graphicFrame>
        <p:nvGraphicFramePr>
          <p:cNvPr id="29" name="Table 5">
            <a:extLst>
              <a:ext uri="{FF2B5EF4-FFF2-40B4-BE49-F238E27FC236}">
                <a16:creationId xmlns:a16="http://schemas.microsoft.com/office/drawing/2014/main" id="{14F36CE0-E64C-DEF4-E752-0AB9F791E07C}"/>
              </a:ext>
            </a:extLst>
          </p:cNvPr>
          <p:cNvGraphicFramePr>
            <a:graphicFrameLocks noGrp="1"/>
          </p:cNvGraphicFramePr>
          <p:nvPr/>
        </p:nvGraphicFramePr>
        <p:xfrm>
          <a:off x="2383077" y="1454037"/>
          <a:ext cx="1766168" cy="1097280"/>
        </p:xfrm>
        <a:graphic>
          <a:graphicData uri="http://schemas.openxmlformats.org/drawingml/2006/table">
            <a:tbl>
              <a:tblPr firstRow="1" bandRow="1">
                <a:tableStyleId>{5940675A-B579-460E-94D1-54222C63F5DA}</a:tableStyleId>
              </a:tblPr>
              <a:tblGrid>
                <a:gridCol w="1766168">
                  <a:extLst>
                    <a:ext uri="{9D8B030D-6E8A-4147-A177-3AD203B41FA5}">
                      <a16:colId xmlns:a16="http://schemas.microsoft.com/office/drawing/2014/main" val="1419670202"/>
                    </a:ext>
                  </a:extLst>
                </a:gridCol>
              </a:tblGrid>
              <a:tr h="316792">
                <a:tc>
                  <a:txBody>
                    <a:bodyPr/>
                    <a:lstStyle/>
                    <a:p>
                      <a:pPr algn="ctr"/>
                      <a:r>
                        <a:rPr lang="en-PH" b="1" dirty="0"/>
                        <a:t>Object Structure</a:t>
                      </a:r>
                    </a:p>
                  </a:txBody>
                  <a:tcPr/>
                </a:tc>
                <a:extLst>
                  <a:ext uri="{0D108BD9-81ED-4DB2-BD59-A6C34878D82A}">
                    <a16:rowId xmlns:a16="http://schemas.microsoft.com/office/drawing/2014/main" val="215494143"/>
                  </a:ext>
                </a:extLst>
              </a:tr>
              <a:tr h="0">
                <a:tc>
                  <a:txBody>
                    <a:bodyPr/>
                    <a:lstStyle/>
                    <a:p>
                      <a:endParaRPr lang="en-PH" sz="1800" dirty="0"/>
                    </a:p>
                  </a:txBody>
                  <a:tcPr/>
                </a:tc>
                <a:extLst>
                  <a:ext uri="{0D108BD9-81ED-4DB2-BD59-A6C34878D82A}">
                    <a16:rowId xmlns:a16="http://schemas.microsoft.com/office/drawing/2014/main" val="3690348395"/>
                  </a:ext>
                </a:extLst>
              </a:tr>
              <a:tr h="0">
                <a:tc>
                  <a:txBody>
                    <a:bodyPr/>
                    <a:lstStyle/>
                    <a:p>
                      <a:endParaRPr lang="en-PH" dirty="0"/>
                    </a:p>
                  </a:txBody>
                  <a:tcPr/>
                </a:tc>
                <a:extLst>
                  <a:ext uri="{0D108BD9-81ED-4DB2-BD59-A6C34878D82A}">
                    <a16:rowId xmlns:a16="http://schemas.microsoft.com/office/drawing/2014/main" val="1845984957"/>
                  </a:ext>
                </a:extLst>
              </a:tr>
            </a:tbl>
          </a:graphicData>
        </a:graphic>
      </p:graphicFrame>
      <p:graphicFrame>
        <p:nvGraphicFramePr>
          <p:cNvPr id="32" name="Table 31">
            <a:extLst>
              <a:ext uri="{FF2B5EF4-FFF2-40B4-BE49-F238E27FC236}">
                <a16:creationId xmlns:a16="http://schemas.microsoft.com/office/drawing/2014/main" id="{AEEAC870-2F87-BDB2-0A16-7098CB39CE6D}"/>
              </a:ext>
            </a:extLst>
          </p:cNvPr>
          <p:cNvGraphicFramePr>
            <a:graphicFrameLocks noGrp="1"/>
          </p:cNvGraphicFramePr>
          <p:nvPr/>
        </p:nvGraphicFramePr>
        <p:xfrm>
          <a:off x="2050191" y="3063940"/>
          <a:ext cx="2431941" cy="1371600"/>
        </p:xfrm>
        <a:graphic>
          <a:graphicData uri="http://schemas.openxmlformats.org/drawingml/2006/table">
            <a:tbl>
              <a:tblPr firstRow="1" bandRow="1">
                <a:tableStyleId>{5940675A-B579-460E-94D1-54222C63F5DA}</a:tableStyleId>
              </a:tblPr>
              <a:tblGrid>
                <a:gridCol w="2431941">
                  <a:extLst>
                    <a:ext uri="{9D8B030D-6E8A-4147-A177-3AD203B41FA5}">
                      <a16:colId xmlns:a16="http://schemas.microsoft.com/office/drawing/2014/main" val="1419670202"/>
                    </a:ext>
                  </a:extLst>
                </a:gridCol>
              </a:tblGrid>
              <a:tr h="457200">
                <a:tc>
                  <a:txBody>
                    <a:bodyPr/>
                    <a:lstStyle/>
                    <a:p>
                      <a:pPr algn="ctr"/>
                      <a:r>
                        <a:rPr lang="en-PH" b="1" dirty="0"/>
                        <a:t>Element Interface</a:t>
                      </a:r>
                    </a:p>
                  </a:txBody>
                  <a:tcPr/>
                </a:tc>
                <a:extLst>
                  <a:ext uri="{0D108BD9-81ED-4DB2-BD59-A6C34878D82A}">
                    <a16:rowId xmlns:a16="http://schemas.microsoft.com/office/drawing/2014/main" val="215494143"/>
                  </a:ext>
                </a:extLst>
              </a:tr>
              <a:tr h="457200">
                <a:tc>
                  <a:txBody>
                    <a:bodyPr/>
                    <a:lstStyle/>
                    <a:p>
                      <a:endParaRPr lang="en-PH" sz="1800" i="1" dirty="0"/>
                    </a:p>
                  </a:txBody>
                  <a:tcPr/>
                </a:tc>
                <a:extLst>
                  <a:ext uri="{0D108BD9-81ED-4DB2-BD59-A6C34878D82A}">
                    <a16:rowId xmlns:a16="http://schemas.microsoft.com/office/drawing/2014/main" val="3690348395"/>
                  </a:ext>
                </a:extLst>
              </a:tr>
              <a:tr h="457200">
                <a:tc>
                  <a:txBody>
                    <a:bodyPr/>
                    <a:lstStyle/>
                    <a:p>
                      <a:endParaRPr lang="en-PH" sz="1800" i="1" dirty="0"/>
                    </a:p>
                  </a:txBody>
                  <a:tcPr/>
                </a:tc>
                <a:extLst>
                  <a:ext uri="{0D108BD9-81ED-4DB2-BD59-A6C34878D82A}">
                    <a16:rowId xmlns:a16="http://schemas.microsoft.com/office/drawing/2014/main" val="1845984957"/>
                  </a:ext>
                </a:extLst>
              </a:tr>
            </a:tbl>
          </a:graphicData>
        </a:graphic>
      </p:graphicFrame>
      <p:graphicFrame>
        <p:nvGraphicFramePr>
          <p:cNvPr id="33" name="Table 5">
            <a:extLst>
              <a:ext uri="{FF2B5EF4-FFF2-40B4-BE49-F238E27FC236}">
                <a16:creationId xmlns:a16="http://schemas.microsoft.com/office/drawing/2014/main" id="{9AC23868-3D33-1E95-EA9F-57A431FD9F1B}"/>
              </a:ext>
            </a:extLst>
          </p:cNvPr>
          <p:cNvGraphicFramePr>
            <a:graphicFrameLocks noGrp="1"/>
          </p:cNvGraphicFramePr>
          <p:nvPr/>
        </p:nvGraphicFramePr>
        <p:xfrm>
          <a:off x="4482133" y="4783590"/>
          <a:ext cx="1695385" cy="1097280"/>
        </p:xfrm>
        <a:graphic>
          <a:graphicData uri="http://schemas.openxmlformats.org/drawingml/2006/table">
            <a:tbl>
              <a:tblPr firstRow="1" bandRow="1">
                <a:tableStyleId>{5940675A-B579-460E-94D1-54222C63F5DA}</a:tableStyleId>
              </a:tblPr>
              <a:tblGrid>
                <a:gridCol w="1695385">
                  <a:extLst>
                    <a:ext uri="{9D8B030D-6E8A-4147-A177-3AD203B41FA5}">
                      <a16:colId xmlns:a16="http://schemas.microsoft.com/office/drawing/2014/main" val="1419670202"/>
                    </a:ext>
                  </a:extLst>
                </a:gridCol>
              </a:tblGrid>
              <a:tr h="316792">
                <a:tc>
                  <a:txBody>
                    <a:bodyPr/>
                    <a:lstStyle/>
                    <a:p>
                      <a:pPr algn="ctr"/>
                      <a:r>
                        <a:rPr lang="en-PH" b="1" dirty="0"/>
                        <a:t>Element B</a:t>
                      </a:r>
                    </a:p>
                  </a:txBody>
                  <a:tcPr/>
                </a:tc>
                <a:extLst>
                  <a:ext uri="{0D108BD9-81ED-4DB2-BD59-A6C34878D82A}">
                    <a16:rowId xmlns:a16="http://schemas.microsoft.com/office/drawing/2014/main" val="215494143"/>
                  </a:ext>
                </a:extLst>
              </a:tr>
              <a:tr h="0">
                <a:tc>
                  <a:txBody>
                    <a:bodyPr/>
                    <a:lstStyle/>
                    <a:p>
                      <a:endParaRPr lang="en-PH" sz="1800" dirty="0"/>
                    </a:p>
                  </a:txBody>
                  <a:tcPr/>
                </a:tc>
                <a:extLst>
                  <a:ext uri="{0D108BD9-81ED-4DB2-BD59-A6C34878D82A}">
                    <a16:rowId xmlns:a16="http://schemas.microsoft.com/office/drawing/2014/main" val="3690348395"/>
                  </a:ext>
                </a:extLst>
              </a:tr>
              <a:tr h="0">
                <a:tc>
                  <a:txBody>
                    <a:bodyPr/>
                    <a:lstStyle/>
                    <a:p>
                      <a:endParaRPr lang="en-PH" dirty="0"/>
                    </a:p>
                  </a:txBody>
                  <a:tcPr/>
                </a:tc>
                <a:extLst>
                  <a:ext uri="{0D108BD9-81ED-4DB2-BD59-A6C34878D82A}">
                    <a16:rowId xmlns:a16="http://schemas.microsoft.com/office/drawing/2014/main" val="1845984957"/>
                  </a:ext>
                </a:extLst>
              </a:tr>
            </a:tbl>
          </a:graphicData>
        </a:graphic>
      </p:graphicFrame>
      <p:graphicFrame>
        <p:nvGraphicFramePr>
          <p:cNvPr id="34" name="Table 5">
            <a:extLst>
              <a:ext uri="{FF2B5EF4-FFF2-40B4-BE49-F238E27FC236}">
                <a16:creationId xmlns:a16="http://schemas.microsoft.com/office/drawing/2014/main" id="{ADCD119F-06CF-CD45-7B43-554E9EA945AE}"/>
              </a:ext>
            </a:extLst>
          </p:cNvPr>
          <p:cNvGraphicFramePr>
            <a:graphicFrameLocks noGrp="1"/>
          </p:cNvGraphicFramePr>
          <p:nvPr/>
        </p:nvGraphicFramePr>
        <p:xfrm>
          <a:off x="284023" y="4839958"/>
          <a:ext cx="1766168" cy="1097280"/>
        </p:xfrm>
        <a:graphic>
          <a:graphicData uri="http://schemas.openxmlformats.org/drawingml/2006/table">
            <a:tbl>
              <a:tblPr firstRow="1" bandRow="1">
                <a:tableStyleId>{5940675A-B579-460E-94D1-54222C63F5DA}</a:tableStyleId>
              </a:tblPr>
              <a:tblGrid>
                <a:gridCol w="1766168">
                  <a:extLst>
                    <a:ext uri="{9D8B030D-6E8A-4147-A177-3AD203B41FA5}">
                      <a16:colId xmlns:a16="http://schemas.microsoft.com/office/drawing/2014/main" val="1419670202"/>
                    </a:ext>
                  </a:extLst>
                </a:gridCol>
              </a:tblGrid>
              <a:tr h="316792">
                <a:tc>
                  <a:txBody>
                    <a:bodyPr/>
                    <a:lstStyle/>
                    <a:p>
                      <a:pPr algn="ctr"/>
                      <a:r>
                        <a:rPr lang="en-PH" b="1" dirty="0"/>
                        <a:t>Element A</a:t>
                      </a:r>
                    </a:p>
                  </a:txBody>
                  <a:tcPr/>
                </a:tc>
                <a:extLst>
                  <a:ext uri="{0D108BD9-81ED-4DB2-BD59-A6C34878D82A}">
                    <a16:rowId xmlns:a16="http://schemas.microsoft.com/office/drawing/2014/main" val="215494143"/>
                  </a:ext>
                </a:extLst>
              </a:tr>
              <a:tr h="0">
                <a:tc>
                  <a:txBody>
                    <a:bodyPr/>
                    <a:lstStyle/>
                    <a:p>
                      <a:endParaRPr lang="en-PH" sz="1800" dirty="0"/>
                    </a:p>
                  </a:txBody>
                  <a:tcPr/>
                </a:tc>
                <a:extLst>
                  <a:ext uri="{0D108BD9-81ED-4DB2-BD59-A6C34878D82A}">
                    <a16:rowId xmlns:a16="http://schemas.microsoft.com/office/drawing/2014/main" val="3690348395"/>
                  </a:ext>
                </a:extLst>
              </a:tr>
              <a:tr h="0">
                <a:tc>
                  <a:txBody>
                    <a:bodyPr/>
                    <a:lstStyle/>
                    <a:p>
                      <a:endParaRPr lang="en-PH" dirty="0"/>
                    </a:p>
                  </a:txBody>
                  <a:tcPr/>
                </a:tc>
                <a:extLst>
                  <a:ext uri="{0D108BD9-81ED-4DB2-BD59-A6C34878D82A}">
                    <a16:rowId xmlns:a16="http://schemas.microsoft.com/office/drawing/2014/main" val="1845984957"/>
                  </a:ext>
                </a:extLst>
              </a:tr>
            </a:tbl>
          </a:graphicData>
        </a:graphic>
      </p:graphicFrame>
      <p:cxnSp>
        <p:nvCxnSpPr>
          <p:cNvPr id="35" name="Connector: Elbow 34">
            <a:extLst>
              <a:ext uri="{FF2B5EF4-FFF2-40B4-BE49-F238E27FC236}">
                <a16:creationId xmlns:a16="http://schemas.microsoft.com/office/drawing/2014/main" id="{DD6D5466-3DC7-8A73-DEDA-264F06A4AA15}"/>
              </a:ext>
            </a:extLst>
          </p:cNvPr>
          <p:cNvCxnSpPr>
            <a:cxnSpLocks/>
            <a:stCxn id="34" idx="0"/>
            <a:endCxn id="32" idx="1"/>
          </p:cNvCxnSpPr>
          <p:nvPr/>
        </p:nvCxnSpPr>
        <p:spPr>
          <a:xfrm rot="5400000" flipH="1" flipV="1">
            <a:off x="1063540" y="3853307"/>
            <a:ext cx="1090218" cy="883084"/>
          </a:xfrm>
          <a:prstGeom prst="bentConnector2">
            <a:avLst/>
          </a:prstGeom>
          <a:ln>
            <a:tailEnd type="triangle"/>
          </a:ln>
        </p:spPr>
        <p:style>
          <a:lnRef idx="3">
            <a:schemeClr val="dk1"/>
          </a:lnRef>
          <a:fillRef idx="0">
            <a:schemeClr val="dk1"/>
          </a:fillRef>
          <a:effectRef idx="2">
            <a:schemeClr val="dk1"/>
          </a:effectRef>
          <a:fontRef idx="minor">
            <a:schemeClr val="tx1"/>
          </a:fontRef>
        </p:style>
      </p:cxnSp>
      <p:cxnSp>
        <p:nvCxnSpPr>
          <p:cNvPr id="36" name="Connector: Elbow 35">
            <a:extLst>
              <a:ext uri="{FF2B5EF4-FFF2-40B4-BE49-F238E27FC236}">
                <a16:creationId xmlns:a16="http://schemas.microsoft.com/office/drawing/2014/main" id="{ACF0A0E4-7A77-AA52-5BD8-6451E536A2A7}"/>
              </a:ext>
            </a:extLst>
          </p:cNvPr>
          <p:cNvCxnSpPr>
            <a:cxnSpLocks/>
            <a:stCxn id="33" idx="0"/>
            <a:endCxn id="32" idx="3"/>
          </p:cNvCxnSpPr>
          <p:nvPr/>
        </p:nvCxnSpPr>
        <p:spPr>
          <a:xfrm rot="16200000" flipV="1">
            <a:off x="4389054" y="3842818"/>
            <a:ext cx="1033850" cy="847693"/>
          </a:xfrm>
          <a:prstGeom prst="bentConnector2">
            <a:avLst/>
          </a:prstGeom>
          <a:ln>
            <a:tailEnd type="triangle"/>
          </a:ln>
        </p:spPr>
        <p:style>
          <a:lnRef idx="3">
            <a:schemeClr val="dk1"/>
          </a:lnRef>
          <a:fillRef idx="0">
            <a:schemeClr val="dk1"/>
          </a:fillRef>
          <a:effectRef idx="2">
            <a:schemeClr val="dk1"/>
          </a:effectRef>
          <a:fontRef idx="minor">
            <a:schemeClr val="tx1"/>
          </a:fontRef>
        </p:style>
      </p:cxnSp>
      <p:cxnSp>
        <p:nvCxnSpPr>
          <p:cNvPr id="39" name="Connector: Elbow 38">
            <a:extLst>
              <a:ext uri="{FF2B5EF4-FFF2-40B4-BE49-F238E27FC236}">
                <a16:creationId xmlns:a16="http://schemas.microsoft.com/office/drawing/2014/main" id="{35A3E6D0-02B4-EAFC-A785-69CEF41E9DC8}"/>
              </a:ext>
            </a:extLst>
          </p:cNvPr>
          <p:cNvCxnSpPr>
            <a:cxnSpLocks/>
            <a:stCxn id="23" idx="1"/>
            <a:endCxn id="29" idx="0"/>
          </p:cNvCxnSpPr>
          <p:nvPr/>
        </p:nvCxnSpPr>
        <p:spPr>
          <a:xfrm rot="10800000" flipV="1">
            <a:off x="3266162" y="917289"/>
            <a:ext cx="1946755" cy="536748"/>
          </a:xfrm>
          <a:prstGeom prst="bentConnector2">
            <a:avLst/>
          </a:prstGeom>
          <a:ln>
            <a:tailEnd type="triangle"/>
          </a:ln>
        </p:spPr>
        <p:style>
          <a:lnRef idx="3">
            <a:schemeClr val="dk1"/>
          </a:lnRef>
          <a:fillRef idx="0">
            <a:schemeClr val="dk1"/>
          </a:fillRef>
          <a:effectRef idx="2">
            <a:schemeClr val="dk1"/>
          </a:effectRef>
          <a:fontRef idx="minor">
            <a:schemeClr val="tx1"/>
          </a:fontRef>
        </p:style>
      </p:cxnSp>
      <p:cxnSp>
        <p:nvCxnSpPr>
          <p:cNvPr id="43" name="Straight Arrow Connector 42">
            <a:extLst>
              <a:ext uri="{FF2B5EF4-FFF2-40B4-BE49-F238E27FC236}">
                <a16:creationId xmlns:a16="http://schemas.microsoft.com/office/drawing/2014/main" id="{D2E8771E-3F2C-E2C8-6009-610323AD3016}"/>
              </a:ext>
            </a:extLst>
          </p:cNvPr>
          <p:cNvCxnSpPr>
            <a:cxnSpLocks/>
            <a:stCxn id="29" idx="2"/>
            <a:endCxn id="32" idx="0"/>
          </p:cNvCxnSpPr>
          <p:nvPr/>
        </p:nvCxnSpPr>
        <p:spPr>
          <a:xfrm>
            <a:off x="3266161" y="2551317"/>
            <a:ext cx="0" cy="51262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46" name="Connector: Elbow 45">
            <a:extLst>
              <a:ext uri="{FF2B5EF4-FFF2-40B4-BE49-F238E27FC236}">
                <a16:creationId xmlns:a16="http://schemas.microsoft.com/office/drawing/2014/main" id="{CBBA4AB9-13E8-E621-29EB-FE2521D9CD5A}"/>
              </a:ext>
            </a:extLst>
          </p:cNvPr>
          <p:cNvCxnSpPr>
            <a:cxnSpLocks/>
            <a:stCxn id="23" idx="3"/>
            <a:endCxn id="8" idx="0"/>
          </p:cNvCxnSpPr>
          <p:nvPr/>
        </p:nvCxnSpPr>
        <p:spPr>
          <a:xfrm>
            <a:off x="6979084" y="917289"/>
            <a:ext cx="2340279" cy="706157"/>
          </a:xfrm>
          <a:prstGeom prst="bentConnector2">
            <a:avLst/>
          </a:prstGeom>
          <a:ln>
            <a:tailEnd type="triangle"/>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24405410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638E7DE1-45EE-476A-A474-0F3C264AEDA3}"/>
              </a:ext>
            </a:extLst>
          </p:cNvPr>
          <p:cNvSpPr>
            <a:spLocks noGrp="1"/>
          </p:cNvSpPr>
          <p:nvPr>
            <p:ph type="ftr" sz="quarter" idx="11"/>
          </p:nvPr>
        </p:nvSpPr>
        <p:spPr>
          <a:xfrm>
            <a:off x="0" y="6139541"/>
            <a:ext cx="12192000" cy="718459"/>
          </a:xfrm>
          <a:ln w="28575">
            <a:solidFill>
              <a:schemeClr val="accent5">
                <a:lumMod val="50000"/>
              </a:schemeClr>
            </a:solidFill>
          </a:ln>
        </p:spPr>
        <p:txBody>
          <a:bodyPr/>
          <a:lstStyle/>
          <a:p>
            <a:pPr algn="r"/>
            <a:r>
              <a:rPr lang="en-PH" b="1">
                <a:solidFill>
                  <a:schemeClr val="tx1"/>
                </a:solidFill>
              </a:rPr>
              <a:t>CCOBJPGL</a:t>
            </a:r>
            <a:endParaRPr lang="en-PH" dirty="0"/>
          </a:p>
        </p:txBody>
      </p:sp>
      <p:sp>
        <p:nvSpPr>
          <p:cNvPr id="5" name="Title 1">
            <a:extLst>
              <a:ext uri="{FF2B5EF4-FFF2-40B4-BE49-F238E27FC236}">
                <a16:creationId xmlns:a16="http://schemas.microsoft.com/office/drawing/2014/main" id="{3444037F-B658-D82C-5DCA-53E8AA1493D7}"/>
              </a:ext>
            </a:extLst>
          </p:cNvPr>
          <p:cNvSpPr txBox="1">
            <a:spLocks/>
          </p:cNvSpPr>
          <p:nvPr/>
        </p:nvSpPr>
        <p:spPr>
          <a:xfrm>
            <a:off x="1524000" y="1516449"/>
            <a:ext cx="9144000" cy="4290585"/>
          </a:xfrm>
          <a:prstGeom prst="rect">
            <a:avLst/>
          </a:prstGeom>
        </p:spPr>
        <p:txBody>
          <a:bodyPr vert="horz" lIns="91440" tIns="45720" rIns="91440" bIns="4572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342900" indent="-342900" algn="l">
              <a:lnSpc>
                <a:spcPct val="100000"/>
              </a:lnSpc>
              <a:buFont typeface="Wingdings" panose="05000000000000000000" pitchFamily="2" charset="2"/>
              <a:buChar char="Ø"/>
            </a:pPr>
            <a:r>
              <a:rPr lang="en-US" sz="2500" dirty="0">
                <a:latin typeface="Calibri (Body)"/>
              </a:rPr>
              <a:t>What is it?</a:t>
            </a:r>
          </a:p>
          <a:p>
            <a:pPr marL="342900" indent="-342900" algn="l">
              <a:lnSpc>
                <a:spcPct val="100000"/>
              </a:lnSpc>
              <a:buFont typeface="Wingdings" panose="05000000000000000000" pitchFamily="2" charset="2"/>
              <a:buChar char="Ø"/>
            </a:pPr>
            <a:endParaRPr lang="en-US" sz="2500" dirty="0">
              <a:latin typeface="Calibri (Body)"/>
            </a:endParaRPr>
          </a:p>
          <a:p>
            <a:pPr marL="342900" indent="-342900" algn="l">
              <a:lnSpc>
                <a:spcPct val="100000"/>
              </a:lnSpc>
              <a:buFont typeface="Wingdings" panose="05000000000000000000" pitchFamily="2" charset="2"/>
              <a:buChar char="Ø"/>
            </a:pPr>
            <a:r>
              <a:rPr lang="en-US" sz="2500" b="1" dirty="0">
                <a:latin typeface="Calibri (Body)"/>
              </a:rPr>
              <a:t>Single Dispatch versus Double Dispatch</a:t>
            </a:r>
          </a:p>
          <a:p>
            <a:pPr marL="342900" indent="-342900" algn="l">
              <a:lnSpc>
                <a:spcPct val="100000"/>
              </a:lnSpc>
              <a:buFont typeface="Wingdings" panose="05000000000000000000" pitchFamily="2" charset="2"/>
              <a:buChar char="Ø"/>
            </a:pPr>
            <a:endParaRPr lang="en-US" sz="2500" b="1" dirty="0">
              <a:latin typeface="Calibri (Body)"/>
            </a:endParaRPr>
          </a:p>
          <a:p>
            <a:pPr marL="342900" indent="-342900" algn="l">
              <a:lnSpc>
                <a:spcPct val="100000"/>
              </a:lnSpc>
              <a:buFont typeface="Wingdings" panose="05000000000000000000" pitchFamily="2" charset="2"/>
              <a:buChar char="Ø"/>
            </a:pPr>
            <a:r>
              <a:rPr lang="en-US" sz="2500" dirty="0">
                <a:latin typeface="Calibri (Body)"/>
              </a:rPr>
              <a:t>Background Problem</a:t>
            </a:r>
            <a:endParaRPr lang="en-US" sz="2500" b="1" dirty="0">
              <a:latin typeface="Calibri (Body)"/>
            </a:endParaRPr>
          </a:p>
          <a:p>
            <a:pPr marL="342900" indent="-342900" algn="l">
              <a:lnSpc>
                <a:spcPct val="100000"/>
              </a:lnSpc>
              <a:buFont typeface="Wingdings" panose="05000000000000000000" pitchFamily="2" charset="2"/>
              <a:buChar char="Ø"/>
            </a:pPr>
            <a:endParaRPr lang="en-US" sz="2500" dirty="0">
              <a:latin typeface="Calibri (Body)"/>
            </a:endParaRPr>
          </a:p>
          <a:p>
            <a:pPr marL="342900" indent="-342900" algn="l">
              <a:lnSpc>
                <a:spcPct val="100000"/>
              </a:lnSpc>
              <a:buFont typeface="Wingdings" panose="05000000000000000000" pitchFamily="2" charset="2"/>
              <a:buChar char="Ø"/>
            </a:pPr>
            <a:endParaRPr lang="en-US" sz="2500" dirty="0">
              <a:latin typeface="Calibri (Body)"/>
            </a:endParaRPr>
          </a:p>
          <a:p>
            <a:pPr marL="342900" indent="-342900" algn="l">
              <a:lnSpc>
                <a:spcPct val="100000"/>
              </a:lnSpc>
              <a:buFont typeface="Wingdings" panose="05000000000000000000" pitchFamily="2" charset="2"/>
              <a:buChar char="Ø"/>
            </a:pPr>
            <a:endParaRPr lang="en-US" sz="2500" dirty="0">
              <a:latin typeface="Calibri (Body)"/>
            </a:endParaRPr>
          </a:p>
          <a:p>
            <a:pPr marL="342900" indent="-342900" algn="l">
              <a:lnSpc>
                <a:spcPct val="100000"/>
              </a:lnSpc>
              <a:buFont typeface="Wingdings" panose="05000000000000000000" pitchFamily="2" charset="2"/>
              <a:buChar char="Ø"/>
            </a:pPr>
            <a:endParaRPr lang="en-US" sz="2500" dirty="0">
              <a:latin typeface="Calibri (Body)"/>
            </a:endParaRPr>
          </a:p>
          <a:p>
            <a:pPr marL="342900" indent="-342900" algn="l">
              <a:lnSpc>
                <a:spcPct val="100000"/>
              </a:lnSpc>
              <a:buFont typeface="Wingdings" panose="05000000000000000000" pitchFamily="2" charset="2"/>
              <a:buChar char="Ø"/>
            </a:pPr>
            <a:endParaRPr lang="en-US" sz="2500" dirty="0">
              <a:latin typeface="Calibri (Body)"/>
            </a:endParaRPr>
          </a:p>
          <a:p>
            <a:pPr marL="342900" indent="-342900" algn="l">
              <a:lnSpc>
                <a:spcPct val="100000"/>
              </a:lnSpc>
              <a:buFont typeface="Wingdings" panose="05000000000000000000" pitchFamily="2" charset="2"/>
              <a:buChar char="Ø"/>
            </a:pPr>
            <a:endParaRPr lang="en-US" sz="2500" dirty="0">
              <a:latin typeface="Calibri (Body)"/>
            </a:endParaRPr>
          </a:p>
        </p:txBody>
      </p:sp>
    </p:spTree>
    <p:extLst>
      <p:ext uri="{BB962C8B-B14F-4D97-AF65-F5344CB8AC3E}">
        <p14:creationId xmlns:p14="http://schemas.microsoft.com/office/powerpoint/2010/main" val="31160164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3DCE86-C2BA-4713-9E7A-73589E8D6CCF}"/>
              </a:ext>
            </a:extLst>
          </p:cNvPr>
          <p:cNvSpPr>
            <a:spLocks noGrp="1"/>
          </p:cNvSpPr>
          <p:nvPr>
            <p:ph type="ctrTitle"/>
          </p:nvPr>
        </p:nvSpPr>
        <p:spPr>
          <a:xfrm>
            <a:off x="1524000" y="497150"/>
            <a:ext cx="9144000" cy="718459"/>
          </a:xfrm>
        </p:spPr>
        <p:txBody>
          <a:bodyPr>
            <a:noAutofit/>
          </a:bodyPr>
          <a:lstStyle/>
          <a:p>
            <a:r>
              <a:rPr lang="en-PH" sz="5000" b="1" dirty="0"/>
              <a:t>Single Dispatch vs Double Dispatch</a:t>
            </a:r>
          </a:p>
        </p:txBody>
      </p:sp>
      <p:sp>
        <p:nvSpPr>
          <p:cNvPr id="4" name="Footer Placeholder 3">
            <a:extLst>
              <a:ext uri="{FF2B5EF4-FFF2-40B4-BE49-F238E27FC236}">
                <a16:creationId xmlns:a16="http://schemas.microsoft.com/office/drawing/2014/main" id="{638E7DE1-45EE-476A-A474-0F3C264AEDA3}"/>
              </a:ext>
            </a:extLst>
          </p:cNvPr>
          <p:cNvSpPr>
            <a:spLocks noGrp="1"/>
          </p:cNvSpPr>
          <p:nvPr>
            <p:ph type="ftr" sz="quarter" idx="11"/>
          </p:nvPr>
        </p:nvSpPr>
        <p:spPr>
          <a:xfrm>
            <a:off x="0" y="6139541"/>
            <a:ext cx="12192000" cy="718459"/>
          </a:xfrm>
          <a:ln w="28575">
            <a:solidFill>
              <a:schemeClr val="accent5">
                <a:lumMod val="50000"/>
              </a:schemeClr>
            </a:solidFill>
          </a:ln>
        </p:spPr>
        <p:txBody>
          <a:bodyPr/>
          <a:lstStyle/>
          <a:p>
            <a:pPr algn="r"/>
            <a:r>
              <a:rPr lang="en-PH" b="1">
                <a:solidFill>
                  <a:schemeClr val="tx1"/>
                </a:solidFill>
              </a:rPr>
              <a:t>CCOBJPGL</a:t>
            </a:r>
            <a:endParaRPr lang="en-PH" dirty="0"/>
          </a:p>
        </p:txBody>
      </p:sp>
      <p:sp>
        <p:nvSpPr>
          <p:cNvPr id="5" name="Title 1">
            <a:extLst>
              <a:ext uri="{FF2B5EF4-FFF2-40B4-BE49-F238E27FC236}">
                <a16:creationId xmlns:a16="http://schemas.microsoft.com/office/drawing/2014/main" id="{3444037F-B658-D82C-5DCA-53E8AA1493D7}"/>
              </a:ext>
            </a:extLst>
          </p:cNvPr>
          <p:cNvSpPr txBox="1">
            <a:spLocks/>
          </p:cNvSpPr>
          <p:nvPr/>
        </p:nvSpPr>
        <p:spPr>
          <a:xfrm>
            <a:off x="1524000" y="1516449"/>
            <a:ext cx="9144000" cy="4290585"/>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342900" indent="-342900" algn="l">
              <a:lnSpc>
                <a:spcPct val="100000"/>
              </a:lnSpc>
              <a:buFont typeface="Wingdings" panose="05000000000000000000" pitchFamily="2" charset="2"/>
              <a:buChar char="§"/>
            </a:pPr>
            <a:endParaRPr lang="en-US" sz="2500" b="0" i="0" dirty="0">
              <a:effectLst/>
              <a:latin typeface="Calibri (Body)"/>
            </a:endParaRPr>
          </a:p>
          <a:p>
            <a:pPr marL="342900" indent="-342900" algn="l">
              <a:lnSpc>
                <a:spcPct val="100000"/>
              </a:lnSpc>
              <a:buFont typeface="Wingdings" panose="05000000000000000000" pitchFamily="2" charset="2"/>
              <a:buChar char="§"/>
            </a:pPr>
            <a:endParaRPr lang="en-US" sz="2500" u="sng" dirty="0">
              <a:latin typeface="Calibri (Body)"/>
            </a:endParaRPr>
          </a:p>
          <a:p>
            <a:pPr marL="342900" indent="-342900" algn="l">
              <a:lnSpc>
                <a:spcPct val="100000"/>
              </a:lnSpc>
              <a:buFont typeface="Wingdings" panose="05000000000000000000" pitchFamily="2" charset="2"/>
              <a:buChar char="§"/>
            </a:pPr>
            <a:endParaRPr lang="en-US" sz="2500" b="0" i="0" dirty="0">
              <a:effectLst/>
              <a:latin typeface="Calibri (Body)"/>
            </a:endParaRPr>
          </a:p>
          <a:p>
            <a:pPr marL="342900" indent="-342900" algn="l">
              <a:lnSpc>
                <a:spcPct val="100000"/>
              </a:lnSpc>
              <a:buFont typeface="Wingdings" panose="05000000000000000000" pitchFamily="2" charset="2"/>
              <a:buChar char="§"/>
            </a:pPr>
            <a:endParaRPr lang="en-US" sz="2500" dirty="0">
              <a:latin typeface="Calibri (Body)"/>
            </a:endParaRPr>
          </a:p>
          <a:p>
            <a:pPr marL="342900" indent="-342900" algn="l">
              <a:lnSpc>
                <a:spcPct val="100000"/>
              </a:lnSpc>
              <a:buFont typeface="Wingdings" panose="05000000000000000000" pitchFamily="2" charset="2"/>
              <a:buChar char="§"/>
            </a:pPr>
            <a:endParaRPr lang="en-US" sz="2500" b="0" i="0" dirty="0">
              <a:effectLst/>
              <a:latin typeface="Calibri (Body)"/>
            </a:endParaRPr>
          </a:p>
          <a:p>
            <a:pPr marL="342900" indent="-342900" algn="l">
              <a:lnSpc>
                <a:spcPct val="100000"/>
              </a:lnSpc>
              <a:buFont typeface="Wingdings" panose="05000000000000000000" pitchFamily="2" charset="2"/>
              <a:buChar char="§"/>
            </a:pPr>
            <a:endParaRPr lang="en-US" sz="2500" dirty="0">
              <a:latin typeface="Calibri (Body)"/>
            </a:endParaRPr>
          </a:p>
          <a:p>
            <a:pPr marL="342900" indent="-342900" algn="l">
              <a:lnSpc>
                <a:spcPct val="100000"/>
              </a:lnSpc>
              <a:buFont typeface="Wingdings" panose="05000000000000000000" pitchFamily="2" charset="2"/>
              <a:buChar char="§"/>
            </a:pPr>
            <a:r>
              <a:rPr lang="en-US" sz="2500" b="0" dirty="0">
                <a:solidFill>
                  <a:srgbClr val="292929"/>
                </a:solidFill>
                <a:effectLst/>
                <a:latin typeface="Calibri (Body)"/>
              </a:rPr>
              <a:t>Single Dispatch is defined as the selection of method to call based on a single object</a:t>
            </a:r>
            <a:endParaRPr lang="en-US" sz="2500" b="0" dirty="0">
              <a:effectLst/>
              <a:latin typeface="Calibri (Body)"/>
            </a:endParaRPr>
          </a:p>
          <a:p>
            <a:pPr marL="342900" indent="-342900" algn="l">
              <a:lnSpc>
                <a:spcPct val="100000"/>
              </a:lnSpc>
              <a:buFont typeface="Wingdings" panose="05000000000000000000" pitchFamily="2" charset="2"/>
              <a:buChar char="§"/>
            </a:pPr>
            <a:endParaRPr lang="en-US" sz="2500" b="0" i="0" dirty="0">
              <a:effectLst/>
              <a:latin typeface="Calibri (Body)"/>
            </a:endParaRPr>
          </a:p>
          <a:p>
            <a:pPr marL="342900" indent="-342900" algn="l">
              <a:lnSpc>
                <a:spcPct val="100000"/>
              </a:lnSpc>
              <a:buFont typeface="Wingdings" panose="05000000000000000000" pitchFamily="2" charset="2"/>
              <a:buChar char="§"/>
            </a:pPr>
            <a:r>
              <a:rPr lang="en-US" sz="2500" dirty="0">
                <a:latin typeface="Calibri (Body)"/>
              </a:rPr>
              <a:t>Single Dispatch dynamically chooses the correct method to call at run time.</a:t>
            </a:r>
          </a:p>
          <a:p>
            <a:pPr marL="342900" indent="-342900" algn="l">
              <a:lnSpc>
                <a:spcPct val="100000"/>
              </a:lnSpc>
              <a:buFont typeface="Wingdings" panose="05000000000000000000" pitchFamily="2" charset="2"/>
              <a:buChar char="§"/>
            </a:pPr>
            <a:endParaRPr lang="en-US" sz="2500" dirty="0">
              <a:latin typeface="Calibri (Body)"/>
            </a:endParaRPr>
          </a:p>
          <a:p>
            <a:pPr marL="342900" indent="-342900" algn="l">
              <a:lnSpc>
                <a:spcPct val="100000"/>
              </a:lnSpc>
              <a:buFont typeface="Wingdings" panose="05000000000000000000" pitchFamily="2" charset="2"/>
              <a:buChar char="§"/>
            </a:pPr>
            <a:r>
              <a:rPr lang="en-US" sz="2500" b="0" i="0" dirty="0">
                <a:effectLst/>
                <a:latin typeface="Calibri (Body)"/>
              </a:rPr>
              <a:t>Double Dispatch is the selection of method based on the runtime types of two objects — the receiver and the argument.</a:t>
            </a:r>
          </a:p>
          <a:p>
            <a:pPr marL="342900" indent="-342900" algn="l">
              <a:lnSpc>
                <a:spcPct val="100000"/>
              </a:lnSpc>
              <a:buFont typeface="Wingdings" panose="05000000000000000000" pitchFamily="2" charset="2"/>
              <a:buChar char="§"/>
            </a:pPr>
            <a:endParaRPr lang="en-US" sz="2500" dirty="0">
              <a:latin typeface="Calibri (Body)"/>
            </a:endParaRPr>
          </a:p>
          <a:p>
            <a:pPr marL="342900" indent="-342900" algn="l">
              <a:lnSpc>
                <a:spcPct val="100000"/>
              </a:lnSpc>
              <a:buFont typeface="Wingdings" panose="05000000000000000000" pitchFamily="2" charset="2"/>
              <a:buChar char="§"/>
            </a:pPr>
            <a:r>
              <a:rPr lang="en-US" sz="2500" b="0" i="0" dirty="0">
                <a:effectLst/>
                <a:latin typeface="Calibri (Body)"/>
              </a:rPr>
              <a:t>Java </a:t>
            </a:r>
            <a:r>
              <a:rPr lang="en-US" sz="2500" b="1" i="0" dirty="0">
                <a:effectLst/>
                <a:latin typeface="Calibri (Body)"/>
              </a:rPr>
              <a:t>does not support</a:t>
            </a:r>
            <a:r>
              <a:rPr lang="en-US" sz="2500" b="0" i="0" dirty="0">
                <a:effectLst/>
                <a:latin typeface="Calibri (Body)"/>
              </a:rPr>
              <a:t> Double Dispatch.</a:t>
            </a:r>
          </a:p>
          <a:p>
            <a:pPr marL="342900" indent="-342900" algn="l">
              <a:lnSpc>
                <a:spcPct val="100000"/>
              </a:lnSpc>
              <a:buFont typeface="Wingdings" panose="05000000000000000000" pitchFamily="2" charset="2"/>
              <a:buChar char="§"/>
            </a:pPr>
            <a:endParaRPr lang="en-US" sz="2500" dirty="0">
              <a:latin typeface="Calibri (Body)"/>
            </a:endParaRPr>
          </a:p>
        </p:txBody>
      </p:sp>
    </p:spTree>
    <p:extLst>
      <p:ext uri="{BB962C8B-B14F-4D97-AF65-F5344CB8AC3E}">
        <p14:creationId xmlns:p14="http://schemas.microsoft.com/office/powerpoint/2010/main" val="14930626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3DCE86-C2BA-4713-9E7A-73589E8D6CCF}"/>
              </a:ext>
            </a:extLst>
          </p:cNvPr>
          <p:cNvSpPr>
            <a:spLocks noGrp="1"/>
          </p:cNvSpPr>
          <p:nvPr>
            <p:ph type="ctrTitle"/>
          </p:nvPr>
        </p:nvSpPr>
        <p:spPr>
          <a:xfrm>
            <a:off x="1524000" y="497150"/>
            <a:ext cx="9144000" cy="718459"/>
          </a:xfrm>
        </p:spPr>
        <p:txBody>
          <a:bodyPr>
            <a:noAutofit/>
          </a:bodyPr>
          <a:lstStyle/>
          <a:p>
            <a:r>
              <a:rPr lang="en-PH" sz="5000" b="1" dirty="0"/>
              <a:t>Single Dispatch vs Double Dispatch</a:t>
            </a:r>
          </a:p>
        </p:txBody>
      </p:sp>
      <p:sp>
        <p:nvSpPr>
          <p:cNvPr id="4" name="Footer Placeholder 3">
            <a:extLst>
              <a:ext uri="{FF2B5EF4-FFF2-40B4-BE49-F238E27FC236}">
                <a16:creationId xmlns:a16="http://schemas.microsoft.com/office/drawing/2014/main" id="{638E7DE1-45EE-476A-A474-0F3C264AEDA3}"/>
              </a:ext>
            </a:extLst>
          </p:cNvPr>
          <p:cNvSpPr>
            <a:spLocks noGrp="1"/>
          </p:cNvSpPr>
          <p:nvPr>
            <p:ph type="ftr" sz="quarter" idx="11"/>
          </p:nvPr>
        </p:nvSpPr>
        <p:spPr>
          <a:xfrm>
            <a:off x="0" y="6139541"/>
            <a:ext cx="12192000" cy="718459"/>
          </a:xfrm>
          <a:ln w="28575">
            <a:solidFill>
              <a:schemeClr val="accent5">
                <a:lumMod val="50000"/>
              </a:schemeClr>
            </a:solidFill>
          </a:ln>
        </p:spPr>
        <p:txBody>
          <a:bodyPr/>
          <a:lstStyle/>
          <a:p>
            <a:pPr algn="r"/>
            <a:r>
              <a:rPr lang="en-PH" b="1">
                <a:solidFill>
                  <a:schemeClr val="tx1"/>
                </a:solidFill>
              </a:rPr>
              <a:t>CCOBJPGL</a:t>
            </a:r>
            <a:endParaRPr lang="en-PH" dirty="0"/>
          </a:p>
        </p:txBody>
      </p:sp>
      <p:sp>
        <p:nvSpPr>
          <p:cNvPr id="5" name="Title 1">
            <a:extLst>
              <a:ext uri="{FF2B5EF4-FFF2-40B4-BE49-F238E27FC236}">
                <a16:creationId xmlns:a16="http://schemas.microsoft.com/office/drawing/2014/main" id="{3444037F-B658-D82C-5DCA-53E8AA1493D7}"/>
              </a:ext>
            </a:extLst>
          </p:cNvPr>
          <p:cNvSpPr txBox="1">
            <a:spLocks/>
          </p:cNvSpPr>
          <p:nvPr/>
        </p:nvSpPr>
        <p:spPr>
          <a:xfrm>
            <a:off x="1524000" y="1516449"/>
            <a:ext cx="9144000" cy="4290585"/>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342900" indent="-342900" algn="l">
              <a:lnSpc>
                <a:spcPct val="100000"/>
              </a:lnSpc>
              <a:buFont typeface="Wingdings" panose="05000000000000000000" pitchFamily="2" charset="2"/>
              <a:buChar char="§"/>
            </a:pPr>
            <a:endParaRPr lang="en-US" sz="2500" b="0" i="0" dirty="0">
              <a:effectLst/>
              <a:latin typeface="Calibri (Body)"/>
            </a:endParaRPr>
          </a:p>
          <a:p>
            <a:pPr marL="342900" indent="-342900" algn="l">
              <a:lnSpc>
                <a:spcPct val="100000"/>
              </a:lnSpc>
              <a:buFont typeface="Wingdings" panose="05000000000000000000" pitchFamily="2" charset="2"/>
              <a:buChar char="§"/>
            </a:pPr>
            <a:endParaRPr lang="en-US" sz="2500" dirty="0">
              <a:latin typeface="Calibri (Body)"/>
            </a:endParaRPr>
          </a:p>
          <a:p>
            <a:pPr marL="342900" indent="-342900" algn="l">
              <a:lnSpc>
                <a:spcPct val="100000"/>
              </a:lnSpc>
              <a:buFont typeface="Wingdings" panose="05000000000000000000" pitchFamily="2" charset="2"/>
              <a:buChar char="§"/>
            </a:pPr>
            <a:r>
              <a:rPr lang="en-US" sz="2500" b="0" i="0" dirty="0">
                <a:effectLst/>
                <a:latin typeface="Calibri (Body)"/>
              </a:rPr>
              <a:t>The visitor pattern is a popular implementation option of the double dispatch and uses the type of the visitor object and element object as two method input parameters.</a:t>
            </a:r>
            <a:r>
              <a:rPr lang="en-US" sz="2500" dirty="0">
                <a:latin typeface="Calibri (Body)"/>
              </a:rPr>
              <a:t> </a:t>
            </a:r>
          </a:p>
          <a:p>
            <a:pPr marL="342900" indent="-342900" algn="l">
              <a:lnSpc>
                <a:spcPct val="100000"/>
              </a:lnSpc>
              <a:buFont typeface="Wingdings" panose="05000000000000000000" pitchFamily="2" charset="2"/>
              <a:buChar char="§"/>
            </a:pPr>
            <a:endParaRPr lang="en-US" sz="2500" dirty="0">
              <a:latin typeface="Calibri (Body)"/>
            </a:endParaRPr>
          </a:p>
          <a:p>
            <a:pPr marL="342900" indent="-342900" algn="l">
              <a:lnSpc>
                <a:spcPct val="100000"/>
              </a:lnSpc>
              <a:buFont typeface="Wingdings" panose="05000000000000000000" pitchFamily="2" charset="2"/>
              <a:buChar char="§"/>
            </a:pPr>
            <a:endParaRPr lang="en-US" sz="2500" dirty="0">
              <a:latin typeface="Calibri (Body)"/>
            </a:endParaRPr>
          </a:p>
          <a:p>
            <a:pPr marL="342900" indent="-342900" algn="l">
              <a:lnSpc>
                <a:spcPct val="100000"/>
              </a:lnSpc>
              <a:buFont typeface="Wingdings" panose="05000000000000000000" pitchFamily="2" charset="2"/>
              <a:buChar char="§"/>
            </a:pPr>
            <a:endParaRPr lang="en-US" sz="2500" dirty="0">
              <a:latin typeface="Calibri (Body)"/>
            </a:endParaRPr>
          </a:p>
          <a:p>
            <a:pPr marL="342900" indent="-342900" algn="l">
              <a:lnSpc>
                <a:spcPct val="100000"/>
              </a:lnSpc>
              <a:buFont typeface="Wingdings" panose="05000000000000000000" pitchFamily="2" charset="2"/>
              <a:buChar char="§"/>
            </a:pPr>
            <a:endParaRPr lang="en-US" sz="2500" dirty="0">
              <a:latin typeface="Calibri (Body)"/>
            </a:endParaRPr>
          </a:p>
          <a:p>
            <a:pPr marL="342900" indent="-342900" algn="l">
              <a:lnSpc>
                <a:spcPct val="100000"/>
              </a:lnSpc>
              <a:buFont typeface="Wingdings" panose="05000000000000000000" pitchFamily="2" charset="2"/>
              <a:buChar char="§"/>
            </a:pPr>
            <a:endParaRPr lang="en-US" sz="2500" dirty="0">
              <a:latin typeface="Calibri (Body)"/>
            </a:endParaRPr>
          </a:p>
          <a:p>
            <a:pPr marL="342900" indent="-342900" algn="l">
              <a:lnSpc>
                <a:spcPct val="100000"/>
              </a:lnSpc>
              <a:buFont typeface="Wingdings" panose="05000000000000000000" pitchFamily="2" charset="2"/>
              <a:buChar char="§"/>
            </a:pPr>
            <a:endParaRPr lang="en-US" sz="2500" dirty="0">
              <a:latin typeface="Calibri (Body)"/>
            </a:endParaRPr>
          </a:p>
          <a:p>
            <a:pPr marL="342900" indent="-342900" algn="l">
              <a:lnSpc>
                <a:spcPct val="100000"/>
              </a:lnSpc>
              <a:buFont typeface="Wingdings" panose="05000000000000000000" pitchFamily="2" charset="2"/>
              <a:buChar char="§"/>
            </a:pPr>
            <a:endParaRPr lang="en-US" sz="2500" b="0" i="0" dirty="0">
              <a:effectLst/>
              <a:latin typeface="Calibri (Body)"/>
            </a:endParaRPr>
          </a:p>
          <a:p>
            <a:pPr marL="342900" indent="-342900" algn="l">
              <a:lnSpc>
                <a:spcPct val="100000"/>
              </a:lnSpc>
              <a:buFont typeface="Wingdings" panose="05000000000000000000" pitchFamily="2" charset="2"/>
              <a:buChar char="§"/>
            </a:pPr>
            <a:endParaRPr lang="en-US" sz="2500" dirty="0">
              <a:latin typeface="Calibri (Body)"/>
            </a:endParaRPr>
          </a:p>
        </p:txBody>
      </p:sp>
    </p:spTree>
    <p:extLst>
      <p:ext uri="{BB962C8B-B14F-4D97-AF65-F5344CB8AC3E}">
        <p14:creationId xmlns:p14="http://schemas.microsoft.com/office/powerpoint/2010/main" val="42525037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3DCE86-C2BA-4713-9E7A-73589E8D6CCF}"/>
              </a:ext>
            </a:extLst>
          </p:cNvPr>
          <p:cNvSpPr>
            <a:spLocks noGrp="1"/>
          </p:cNvSpPr>
          <p:nvPr>
            <p:ph type="ctrTitle"/>
          </p:nvPr>
        </p:nvSpPr>
        <p:spPr>
          <a:xfrm>
            <a:off x="1524000" y="2852043"/>
            <a:ext cx="9144000" cy="718459"/>
          </a:xfrm>
        </p:spPr>
        <p:txBody>
          <a:bodyPr>
            <a:noAutofit/>
          </a:bodyPr>
          <a:lstStyle/>
          <a:p>
            <a:r>
              <a:rPr lang="en-PH" sz="5000" b="1" dirty="0"/>
              <a:t>Single Dispatch Example</a:t>
            </a:r>
          </a:p>
        </p:txBody>
      </p:sp>
      <p:sp>
        <p:nvSpPr>
          <p:cNvPr id="4" name="Footer Placeholder 3">
            <a:extLst>
              <a:ext uri="{FF2B5EF4-FFF2-40B4-BE49-F238E27FC236}">
                <a16:creationId xmlns:a16="http://schemas.microsoft.com/office/drawing/2014/main" id="{638E7DE1-45EE-476A-A474-0F3C264AEDA3}"/>
              </a:ext>
            </a:extLst>
          </p:cNvPr>
          <p:cNvSpPr>
            <a:spLocks noGrp="1"/>
          </p:cNvSpPr>
          <p:nvPr>
            <p:ph type="ftr" sz="quarter" idx="11"/>
          </p:nvPr>
        </p:nvSpPr>
        <p:spPr>
          <a:xfrm>
            <a:off x="0" y="6139541"/>
            <a:ext cx="12192000" cy="718459"/>
          </a:xfrm>
          <a:ln w="28575">
            <a:solidFill>
              <a:schemeClr val="accent5">
                <a:lumMod val="50000"/>
              </a:schemeClr>
            </a:solidFill>
          </a:ln>
        </p:spPr>
        <p:txBody>
          <a:bodyPr/>
          <a:lstStyle/>
          <a:p>
            <a:pPr algn="r"/>
            <a:r>
              <a:rPr lang="en-PH" b="1">
                <a:solidFill>
                  <a:schemeClr val="tx1"/>
                </a:solidFill>
              </a:rPr>
              <a:t>CCOBJPGL</a:t>
            </a:r>
            <a:endParaRPr lang="en-PH" dirty="0"/>
          </a:p>
        </p:txBody>
      </p:sp>
    </p:spTree>
    <p:extLst>
      <p:ext uri="{BB962C8B-B14F-4D97-AF65-F5344CB8AC3E}">
        <p14:creationId xmlns:p14="http://schemas.microsoft.com/office/powerpoint/2010/main" val="26323982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638E7DE1-45EE-476A-A474-0F3C264AEDA3}"/>
              </a:ext>
            </a:extLst>
          </p:cNvPr>
          <p:cNvSpPr>
            <a:spLocks noGrp="1"/>
          </p:cNvSpPr>
          <p:nvPr>
            <p:ph type="ftr" sz="quarter" idx="11"/>
          </p:nvPr>
        </p:nvSpPr>
        <p:spPr>
          <a:xfrm>
            <a:off x="0" y="6139541"/>
            <a:ext cx="12192000" cy="718459"/>
          </a:xfrm>
          <a:ln w="28575">
            <a:solidFill>
              <a:schemeClr val="accent5">
                <a:lumMod val="50000"/>
              </a:schemeClr>
            </a:solidFill>
          </a:ln>
        </p:spPr>
        <p:txBody>
          <a:bodyPr/>
          <a:lstStyle/>
          <a:p>
            <a:pPr algn="r"/>
            <a:r>
              <a:rPr lang="en-PH" b="1">
                <a:solidFill>
                  <a:schemeClr val="tx1"/>
                </a:solidFill>
              </a:rPr>
              <a:t>CCOBJPGL</a:t>
            </a:r>
            <a:endParaRPr lang="en-PH" dirty="0"/>
          </a:p>
        </p:txBody>
      </p:sp>
      <p:sp>
        <p:nvSpPr>
          <p:cNvPr id="13" name="TextBox 12">
            <a:extLst>
              <a:ext uri="{FF2B5EF4-FFF2-40B4-BE49-F238E27FC236}">
                <a16:creationId xmlns:a16="http://schemas.microsoft.com/office/drawing/2014/main" id="{823F581E-7388-8598-0E89-9E045382FCC6}"/>
              </a:ext>
            </a:extLst>
          </p:cNvPr>
          <p:cNvSpPr txBox="1"/>
          <p:nvPr/>
        </p:nvSpPr>
        <p:spPr>
          <a:xfrm>
            <a:off x="1084613" y="648847"/>
            <a:ext cx="4231710" cy="477054"/>
          </a:xfrm>
          <a:prstGeom prst="rect">
            <a:avLst/>
          </a:prstGeom>
          <a:noFill/>
        </p:spPr>
        <p:txBody>
          <a:bodyPr wrap="square" rtlCol="0">
            <a:spAutoFit/>
          </a:bodyPr>
          <a:lstStyle/>
          <a:p>
            <a:r>
              <a:rPr lang="en-PH" sz="2500" dirty="0">
                <a:solidFill>
                  <a:srgbClr val="7030A0"/>
                </a:solidFill>
                <a:latin typeface="Consolas" panose="020B0609020204030204" pitchFamily="49" charset="0"/>
              </a:rPr>
              <a:t>interface </a:t>
            </a:r>
            <a:r>
              <a:rPr lang="en-PH" sz="2500" dirty="0">
                <a:solidFill>
                  <a:srgbClr val="0070C0"/>
                </a:solidFill>
                <a:latin typeface="Consolas" panose="020B0609020204030204" pitchFamily="49" charset="0"/>
              </a:rPr>
              <a:t>Animal</a:t>
            </a:r>
            <a:r>
              <a:rPr lang="en-PH" sz="2500" dirty="0">
                <a:solidFill>
                  <a:srgbClr val="7030A0"/>
                </a:solidFill>
                <a:latin typeface="Consolas" panose="020B0609020204030204" pitchFamily="49" charset="0"/>
              </a:rPr>
              <a:t> </a:t>
            </a:r>
            <a:r>
              <a:rPr lang="en-PH" sz="2500" dirty="0">
                <a:latin typeface="Consolas" panose="020B0609020204030204" pitchFamily="49" charset="0"/>
              </a:rPr>
              <a:t>{</a:t>
            </a:r>
            <a:endParaRPr lang="en-PH" sz="2500" dirty="0"/>
          </a:p>
        </p:txBody>
      </p:sp>
      <p:sp>
        <p:nvSpPr>
          <p:cNvPr id="14" name="TextBox 13">
            <a:extLst>
              <a:ext uri="{FF2B5EF4-FFF2-40B4-BE49-F238E27FC236}">
                <a16:creationId xmlns:a16="http://schemas.microsoft.com/office/drawing/2014/main" id="{217B4422-96B2-1807-56B1-1EC0A838FBC3}"/>
              </a:ext>
            </a:extLst>
          </p:cNvPr>
          <p:cNvSpPr txBox="1"/>
          <p:nvPr/>
        </p:nvSpPr>
        <p:spPr>
          <a:xfrm>
            <a:off x="1460394" y="1261826"/>
            <a:ext cx="6498920" cy="861774"/>
          </a:xfrm>
          <a:prstGeom prst="rect">
            <a:avLst/>
          </a:prstGeom>
          <a:noFill/>
        </p:spPr>
        <p:txBody>
          <a:bodyPr wrap="square" rtlCol="0">
            <a:spAutoFit/>
          </a:bodyPr>
          <a:lstStyle/>
          <a:p>
            <a:r>
              <a:rPr lang="en-PH" sz="2500" dirty="0">
                <a:solidFill>
                  <a:srgbClr val="00B0F0"/>
                </a:solidFill>
                <a:latin typeface="Consolas" panose="020B0609020204030204" pitchFamily="49" charset="0"/>
              </a:rPr>
              <a:t>void</a:t>
            </a:r>
            <a:r>
              <a:rPr lang="en-PH" sz="2500" dirty="0">
                <a:latin typeface="Consolas" panose="020B0609020204030204" pitchFamily="49" charset="0"/>
              </a:rPr>
              <a:t> </a:t>
            </a:r>
            <a:r>
              <a:rPr lang="en-PH" sz="2500" dirty="0" err="1">
                <a:solidFill>
                  <a:srgbClr val="0070C0"/>
                </a:solidFill>
                <a:latin typeface="Consolas" panose="020B0609020204030204" pitchFamily="49" charset="0"/>
              </a:rPr>
              <a:t>makeSound</a:t>
            </a:r>
            <a:r>
              <a:rPr lang="en-PH" sz="2500" dirty="0">
                <a:solidFill>
                  <a:srgbClr val="0070C0"/>
                </a:solidFill>
                <a:latin typeface="Consolas" panose="020B0609020204030204" pitchFamily="49" charset="0"/>
              </a:rPr>
              <a:t>()</a:t>
            </a:r>
            <a:r>
              <a:rPr lang="en-PH" sz="2500" dirty="0">
                <a:latin typeface="Consolas" panose="020B0609020204030204" pitchFamily="49" charset="0"/>
              </a:rPr>
              <a:t>;</a:t>
            </a:r>
          </a:p>
          <a:p>
            <a:endParaRPr lang="en-PH" sz="2500" b="1" dirty="0"/>
          </a:p>
        </p:txBody>
      </p:sp>
      <p:sp>
        <p:nvSpPr>
          <p:cNvPr id="15" name="TextBox 14">
            <a:extLst>
              <a:ext uri="{FF2B5EF4-FFF2-40B4-BE49-F238E27FC236}">
                <a16:creationId xmlns:a16="http://schemas.microsoft.com/office/drawing/2014/main" id="{2AAC2F7B-74D4-9E79-6CDA-9F02901E1D1B}"/>
              </a:ext>
            </a:extLst>
          </p:cNvPr>
          <p:cNvSpPr txBox="1"/>
          <p:nvPr/>
        </p:nvSpPr>
        <p:spPr>
          <a:xfrm>
            <a:off x="1084612" y="1762174"/>
            <a:ext cx="375781" cy="477054"/>
          </a:xfrm>
          <a:prstGeom prst="rect">
            <a:avLst/>
          </a:prstGeom>
          <a:noFill/>
        </p:spPr>
        <p:txBody>
          <a:bodyPr wrap="square" rtlCol="0">
            <a:spAutoFit/>
          </a:bodyPr>
          <a:lstStyle/>
          <a:p>
            <a:r>
              <a:rPr lang="en-PH" sz="2500" dirty="0">
                <a:latin typeface="Consolas" panose="020B0609020204030204" pitchFamily="49" charset="0"/>
              </a:rPr>
              <a:t>}</a:t>
            </a:r>
            <a:endParaRPr lang="en-PH" sz="2500" dirty="0"/>
          </a:p>
        </p:txBody>
      </p:sp>
      <p:sp>
        <p:nvSpPr>
          <p:cNvPr id="17" name="TextBox 16">
            <a:extLst>
              <a:ext uri="{FF2B5EF4-FFF2-40B4-BE49-F238E27FC236}">
                <a16:creationId xmlns:a16="http://schemas.microsoft.com/office/drawing/2014/main" id="{E87C680E-C415-A282-22EC-926EED0A37B5}"/>
              </a:ext>
            </a:extLst>
          </p:cNvPr>
          <p:cNvSpPr txBox="1"/>
          <p:nvPr/>
        </p:nvSpPr>
        <p:spPr>
          <a:xfrm>
            <a:off x="1084612" y="2501049"/>
            <a:ext cx="6498919" cy="477054"/>
          </a:xfrm>
          <a:prstGeom prst="rect">
            <a:avLst/>
          </a:prstGeom>
          <a:noFill/>
        </p:spPr>
        <p:txBody>
          <a:bodyPr wrap="square" rtlCol="0">
            <a:spAutoFit/>
          </a:bodyPr>
          <a:lstStyle/>
          <a:p>
            <a:r>
              <a:rPr lang="en-PH" sz="2500" dirty="0">
                <a:solidFill>
                  <a:srgbClr val="7030A0"/>
                </a:solidFill>
                <a:latin typeface="Consolas" panose="020B0609020204030204" pitchFamily="49" charset="0"/>
              </a:rPr>
              <a:t>public class </a:t>
            </a:r>
            <a:r>
              <a:rPr lang="en-PH" sz="2500" dirty="0">
                <a:solidFill>
                  <a:srgbClr val="0070C0"/>
                </a:solidFill>
                <a:latin typeface="Consolas" panose="020B0609020204030204" pitchFamily="49" charset="0"/>
              </a:rPr>
              <a:t>Cat</a:t>
            </a:r>
            <a:r>
              <a:rPr lang="en-PH" sz="2500" dirty="0">
                <a:solidFill>
                  <a:srgbClr val="7030A0"/>
                </a:solidFill>
                <a:latin typeface="Consolas" panose="020B0609020204030204" pitchFamily="49" charset="0"/>
              </a:rPr>
              <a:t> implements </a:t>
            </a:r>
            <a:r>
              <a:rPr lang="en-PH" sz="2500" dirty="0">
                <a:solidFill>
                  <a:srgbClr val="0070C0"/>
                </a:solidFill>
                <a:latin typeface="Consolas" panose="020B0609020204030204" pitchFamily="49" charset="0"/>
              </a:rPr>
              <a:t>Animal</a:t>
            </a:r>
            <a:r>
              <a:rPr lang="en-PH" sz="2500" dirty="0">
                <a:solidFill>
                  <a:srgbClr val="7030A0"/>
                </a:solidFill>
                <a:latin typeface="Consolas" panose="020B0609020204030204" pitchFamily="49" charset="0"/>
              </a:rPr>
              <a:t> </a:t>
            </a:r>
            <a:r>
              <a:rPr lang="en-PH" sz="2500" dirty="0">
                <a:latin typeface="Consolas" panose="020B0609020204030204" pitchFamily="49" charset="0"/>
              </a:rPr>
              <a:t>{</a:t>
            </a:r>
            <a:endParaRPr lang="en-PH" sz="2500" dirty="0"/>
          </a:p>
        </p:txBody>
      </p:sp>
      <p:sp>
        <p:nvSpPr>
          <p:cNvPr id="18" name="TextBox 17">
            <a:extLst>
              <a:ext uri="{FF2B5EF4-FFF2-40B4-BE49-F238E27FC236}">
                <a16:creationId xmlns:a16="http://schemas.microsoft.com/office/drawing/2014/main" id="{80BC6392-26DB-9EC4-F631-D2D32460D1BE}"/>
              </a:ext>
            </a:extLst>
          </p:cNvPr>
          <p:cNvSpPr txBox="1"/>
          <p:nvPr/>
        </p:nvSpPr>
        <p:spPr>
          <a:xfrm>
            <a:off x="1460393" y="3131092"/>
            <a:ext cx="6498920" cy="861774"/>
          </a:xfrm>
          <a:prstGeom prst="rect">
            <a:avLst/>
          </a:prstGeom>
          <a:noFill/>
        </p:spPr>
        <p:txBody>
          <a:bodyPr wrap="square" rtlCol="0">
            <a:spAutoFit/>
          </a:bodyPr>
          <a:lstStyle/>
          <a:p>
            <a:r>
              <a:rPr lang="en-PH" sz="2500" dirty="0">
                <a:solidFill>
                  <a:srgbClr val="7030A0"/>
                </a:solidFill>
                <a:latin typeface="Consolas" panose="020B0609020204030204" pitchFamily="49" charset="0"/>
              </a:rPr>
              <a:t>public</a:t>
            </a:r>
            <a:r>
              <a:rPr lang="en-PH" sz="2500" dirty="0">
                <a:solidFill>
                  <a:srgbClr val="00B0F0"/>
                </a:solidFill>
                <a:latin typeface="Consolas" panose="020B0609020204030204" pitchFamily="49" charset="0"/>
              </a:rPr>
              <a:t> void</a:t>
            </a:r>
            <a:r>
              <a:rPr lang="en-PH" sz="2500" dirty="0">
                <a:latin typeface="Consolas" panose="020B0609020204030204" pitchFamily="49" charset="0"/>
              </a:rPr>
              <a:t> </a:t>
            </a:r>
            <a:r>
              <a:rPr lang="en-PH" sz="2500" dirty="0" err="1">
                <a:solidFill>
                  <a:srgbClr val="0070C0"/>
                </a:solidFill>
                <a:latin typeface="Consolas" panose="020B0609020204030204" pitchFamily="49" charset="0"/>
              </a:rPr>
              <a:t>makeSound</a:t>
            </a:r>
            <a:r>
              <a:rPr lang="en-PH" sz="2500" dirty="0">
                <a:latin typeface="Consolas" panose="020B0609020204030204" pitchFamily="49" charset="0"/>
              </a:rPr>
              <a:t>()</a:t>
            </a:r>
            <a:r>
              <a:rPr lang="en-PH" sz="2500" dirty="0">
                <a:solidFill>
                  <a:srgbClr val="0070C0"/>
                </a:solidFill>
                <a:latin typeface="Consolas" panose="020B0609020204030204" pitchFamily="49" charset="0"/>
              </a:rPr>
              <a:t> </a:t>
            </a:r>
            <a:r>
              <a:rPr lang="en-PH" sz="2500" dirty="0">
                <a:latin typeface="Consolas" panose="020B0609020204030204" pitchFamily="49" charset="0"/>
              </a:rPr>
              <a:t>{“Meow”};</a:t>
            </a:r>
          </a:p>
          <a:p>
            <a:endParaRPr lang="en-PH" sz="2500" dirty="0"/>
          </a:p>
        </p:txBody>
      </p:sp>
      <p:sp>
        <p:nvSpPr>
          <p:cNvPr id="19" name="TextBox 18">
            <a:extLst>
              <a:ext uri="{FF2B5EF4-FFF2-40B4-BE49-F238E27FC236}">
                <a16:creationId xmlns:a16="http://schemas.microsoft.com/office/drawing/2014/main" id="{B592C48A-7A3C-5DAF-444E-A3F0859F33A6}"/>
              </a:ext>
            </a:extLst>
          </p:cNvPr>
          <p:cNvSpPr txBox="1"/>
          <p:nvPr/>
        </p:nvSpPr>
        <p:spPr>
          <a:xfrm>
            <a:off x="1084612" y="3624079"/>
            <a:ext cx="375781" cy="477054"/>
          </a:xfrm>
          <a:prstGeom prst="rect">
            <a:avLst/>
          </a:prstGeom>
          <a:noFill/>
        </p:spPr>
        <p:txBody>
          <a:bodyPr wrap="square" rtlCol="0">
            <a:spAutoFit/>
          </a:bodyPr>
          <a:lstStyle/>
          <a:p>
            <a:r>
              <a:rPr lang="en-PH" sz="2500" dirty="0">
                <a:latin typeface="Consolas" panose="020B0609020204030204" pitchFamily="49" charset="0"/>
              </a:rPr>
              <a:t>}</a:t>
            </a:r>
            <a:endParaRPr lang="en-PH" sz="2500" dirty="0"/>
          </a:p>
        </p:txBody>
      </p:sp>
      <p:sp>
        <p:nvSpPr>
          <p:cNvPr id="23" name="TextBox 22">
            <a:extLst>
              <a:ext uri="{FF2B5EF4-FFF2-40B4-BE49-F238E27FC236}">
                <a16:creationId xmlns:a16="http://schemas.microsoft.com/office/drawing/2014/main" id="{3858840B-D3B7-7210-A0B4-8C715FA5572F}"/>
              </a:ext>
            </a:extLst>
          </p:cNvPr>
          <p:cNvSpPr txBox="1"/>
          <p:nvPr/>
        </p:nvSpPr>
        <p:spPr>
          <a:xfrm>
            <a:off x="1084612" y="4319796"/>
            <a:ext cx="6498919" cy="477054"/>
          </a:xfrm>
          <a:prstGeom prst="rect">
            <a:avLst/>
          </a:prstGeom>
          <a:noFill/>
        </p:spPr>
        <p:txBody>
          <a:bodyPr wrap="square" rtlCol="0">
            <a:spAutoFit/>
          </a:bodyPr>
          <a:lstStyle/>
          <a:p>
            <a:r>
              <a:rPr lang="en-PH" sz="2500" dirty="0">
                <a:solidFill>
                  <a:srgbClr val="7030A0"/>
                </a:solidFill>
                <a:latin typeface="Consolas" panose="020B0609020204030204" pitchFamily="49" charset="0"/>
              </a:rPr>
              <a:t>public class </a:t>
            </a:r>
            <a:r>
              <a:rPr lang="en-PH" sz="2500" dirty="0">
                <a:solidFill>
                  <a:srgbClr val="0070C0"/>
                </a:solidFill>
                <a:latin typeface="Consolas" panose="020B0609020204030204" pitchFamily="49" charset="0"/>
              </a:rPr>
              <a:t>Dog</a:t>
            </a:r>
            <a:r>
              <a:rPr lang="en-PH" sz="2500" dirty="0">
                <a:solidFill>
                  <a:srgbClr val="7030A0"/>
                </a:solidFill>
                <a:latin typeface="Consolas" panose="020B0609020204030204" pitchFamily="49" charset="0"/>
              </a:rPr>
              <a:t> implements </a:t>
            </a:r>
            <a:r>
              <a:rPr lang="en-PH" sz="2500" dirty="0">
                <a:solidFill>
                  <a:srgbClr val="0070C0"/>
                </a:solidFill>
                <a:latin typeface="Consolas" panose="020B0609020204030204" pitchFamily="49" charset="0"/>
              </a:rPr>
              <a:t>Animal</a:t>
            </a:r>
            <a:r>
              <a:rPr lang="en-PH" sz="2500" dirty="0">
                <a:solidFill>
                  <a:srgbClr val="7030A0"/>
                </a:solidFill>
                <a:latin typeface="Consolas" panose="020B0609020204030204" pitchFamily="49" charset="0"/>
              </a:rPr>
              <a:t> </a:t>
            </a:r>
            <a:r>
              <a:rPr lang="en-PH" sz="2500" dirty="0">
                <a:latin typeface="Consolas" panose="020B0609020204030204" pitchFamily="49" charset="0"/>
              </a:rPr>
              <a:t>{</a:t>
            </a:r>
            <a:endParaRPr lang="en-PH" sz="2500" dirty="0"/>
          </a:p>
        </p:txBody>
      </p:sp>
      <p:sp>
        <p:nvSpPr>
          <p:cNvPr id="24" name="TextBox 23">
            <a:extLst>
              <a:ext uri="{FF2B5EF4-FFF2-40B4-BE49-F238E27FC236}">
                <a16:creationId xmlns:a16="http://schemas.microsoft.com/office/drawing/2014/main" id="{7D954560-1E20-73C3-09DA-8F9348AAF3B9}"/>
              </a:ext>
            </a:extLst>
          </p:cNvPr>
          <p:cNvSpPr txBox="1"/>
          <p:nvPr/>
        </p:nvSpPr>
        <p:spPr>
          <a:xfrm>
            <a:off x="1460393" y="4949839"/>
            <a:ext cx="6498920" cy="861774"/>
          </a:xfrm>
          <a:prstGeom prst="rect">
            <a:avLst/>
          </a:prstGeom>
          <a:noFill/>
        </p:spPr>
        <p:txBody>
          <a:bodyPr wrap="square" rtlCol="0">
            <a:spAutoFit/>
          </a:bodyPr>
          <a:lstStyle/>
          <a:p>
            <a:r>
              <a:rPr lang="en-PH" sz="2500" dirty="0">
                <a:solidFill>
                  <a:srgbClr val="7030A0"/>
                </a:solidFill>
                <a:latin typeface="Consolas" panose="020B0609020204030204" pitchFamily="49" charset="0"/>
              </a:rPr>
              <a:t>public</a:t>
            </a:r>
            <a:r>
              <a:rPr lang="en-PH" sz="2500" dirty="0">
                <a:solidFill>
                  <a:srgbClr val="00B0F0"/>
                </a:solidFill>
                <a:latin typeface="Consolas" panose="020B0609020204030204" pitchFamily="49" charset="0"/>
              </a:rPr>
              <a:t> void</a:t>
            </a:r>
            <a:r>
              <a:rPr lang="en-PH" sz="2500" dirty="0">
                <a:latin typeface="Consolas" panose="020B0609020204030204" pitchFamily="49" charset="0"/>
              </a:rPr>
              <a:t> </a:t>
            </a:r>
            <a:r>
              <a:rPr lang="en-PH" sz="2500" dirty="0" err="1">
                <a:solidFill>
                  <a:srgbClr val="0070C0"/>
                </a:solidFill>
                <a:latin typeface="Consolas" panose="020B0609020204030204" pitchFamily="49" charset="0"/>
              </a:rPr>
              <a:t>makeSound</a:t>
            </a:r>
            <a:r>
              <a:rPr lang="en-PH" sz="2500" dirty="0">
                <a:latin typeface="Consolas" panose="020B0609020204030204" pitchFamily="49" charset="0"/>
              </a:rPr>
              <a:t>()</a:t>
            </a:r>
            <a:r>
              <a:rPr lang="en-PH" sz="2500" dirty="0">
                <a:solidFill>
                  <a:srgbClr val="0070C0"/>
                </a:solidFill>
                <a:latin typeface="Consolas" panose="020B0609020204030204" pitchFamily="49" charset="0"/>
              </a:rPr>
              <a:t> </a:t>
            </a:r>
            <a:r>
              <a:rPr lang="en-PH" sz="2500" dirty="0">
                <a:latin typeface="Consolas" panose="020B0609020204030204" pitchFamily="49" charset="0"/>
              </a:rPr>
              <a:t>{“Woof”};</a:t>
            </a:r>
          </a:p>
          <a:p>
            <a:endParaRPr lang="en-PH" sz="2500" dirty="0"/>
          </a:p>
        </p:txBody>
      </p:sp>
      <p:sp>
        <p:nvSpPr>
          <p:cNvPr id="25" name="TextBox 24">
            <a:extLst>
              <a:ext uri="{FF2B5EF4-FFF2-40B4-BE49-F238E27FC236}">
                <a16:creationId xmlns:a16="http://schemas.microsoft.com/office/drawing/2014/main" id="{A82B8958-AFCB-0AD6-0391-7F291F568D65}"/>
              </a:ext>
            </a:extLst>
          </p:cNvPr>
          <p:cNvSpPr txBox="1"/>
          <p:nvPr/>
        </p:nvSpPr>
        <p:spPr>
          <a:xfrm>
            <a:off x="1084612" y="5442826"/>
            <a:ext cx="375781" cy="477054"/>
          </a:xfrm>
          <a:prstGeom prst="rect">
            <a:avLst/>
          </a:prstGeom>
          <a:noFill/>
        </p:spPr>
        <p:txBody>
          <a:bodyPr wrap="square" rtlCol="0">
            <a:spAutoFit/>
          </a:bodyPr>
          <a:lstStyle/>
          <a:p>
            <a:r>
              <a:rPr lang="en-PH" sz="2500" dirty="0">
                <a:latin typeface="Consolas" panose="020B0609020204030204" pitchFamily="49" charset="0"/>
              </a:rPr>
              <a:t>}</a:t>
            </a:r>
            <a:endParaRPr lang="en-PH" sz="2500" dirty="0"/>
          </a:p>
        </p:txBody>
      </p:sp>
    </p:spTree>
    <p:extLst>
      <p:ext uri="{BB962C8B-B14F-4D97-AF65-F5344CB8AC3E}">
        <p14:creationId xmlns:p14="http://schemas.microsoft.com/office/powerpoint/2010/main" val="20268719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randombar(horizontal)">
                                      <p:cBhvr>
                                        <p:cTn id="7" dur="500"/>
                                        <p:tgtEl>
                                          <p:spTgt spid="13"/>
                                        </p:tgtEl>
                                      </p:cBhvr>
                                    </p:animEffect>
                                  </p:childTnLst>
                                </p:cTn>
                              </p:par>
                              <p:par>
                                <p:cTn id="8" presetID="42" presetClass="entr" presetSubtype="0" fill="hold" grpId="0"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1000"/>
                                        <p:tgtEl>
                                          <p:spTgt spid="15"/>
                                        </p:tgtEl>
                                      </p:cBhvr>
                                    </p:animEffect>
                                    <p:anim calcmode="lin" valueType="num">
                                      <p:cBhvr>
                                        <p:cTn id="11" dur="1000" fill="hold"/>
                                        <p:tgtEl>
                                          <p:spTgt spid="15"/>
                                        </p:tgtEl>
                                        <p:attrNameLst>
                                          <p:attrName>ppt_x</p:attrName>
                                        </p:attrNameLst>
                                      </p:cBhvr>
                                      <p:tavLst>
                                        <p:tav tm="0">
                                          <p:val>
                                            <p:strVal val="#ppt_x"/>
                                          </p:val>
                                        </p:tav>
                                        <p:tav tm="100000">
                                          <p:val>
                                            <p:strVal val="#ppt_x"/>
                                          </p:val>
                                        </p:tav>
                                      </p:tavLst>
                                    </p:anim>
                                    <p:anim calcmode="lin" valueType="num">
                                      <p:cBhvr>
                                        <p:cTn id="12"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1000"/>
                                        <p:tgtEl>
                                          <p:spTgt spid="14"/>
                                        </p:tgtEl>
                                      </p:cBhvr>
                                    </p:animEffect>
                                    <p:anim calcmode="lin" valueType="num">
                                      <p:cBhvr>
                                        <p:cTn id="18" dur="1000" fill="hold"/>
                                        <p:tgtEl>
                                          <p:spTgt spid="14"/>
                                        </p:tgtEl>
                                        <p:attrNameLst>
                                          <p:attrName>ppt_x</p:attrName>
                                        </p:attrNameLst>
                                      </p:cBhvr>
                                      <p:tavLst>
                                        <p:tav tm="0">
                                          <p:val>
                                            <p:strVal val="#ppt_x"/>
                                          </p:val>
                                        </p:tav>
                                        <p:tav tm="100000">
                                          <p:val>
                                            <p:strVal val="#ppt_x"/>
                                          </p:val>
                                        </p:tav>
                                      </p:tavLst>
                                    </p:anim>
                                    <p:anim calcmode="lin" valueType="num">
                                      <p:cBhvr>
                                        <p:cTn id="19"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14" presetClass="entr" presetSubtype="10" fill="hold" grpId="0" nodeType="click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randombar(horizontal)">
                                      <p:cBhvr>
                                        <p:cTn id="24" dur="500"/>
                                        <p:tgtEl>
                                          <p:spTgt spid="17"/>
                                        </p:tgtEl>
                                      </p:cBhvr>
                                    </p:animEffect>
                                  </p:childTnLst>
                                </p:cTn>
                              </p:par>
                              <p:par>
                                <p:cTn id="25" presetID="42" presetClass="entr" presetSubtype="0" fill="hold" grpId="0" nodeType="withEffect">
                                  <p:stCondLst>
                                    <p:cond delay="0"/>
                                  </p:stCondLst>
                                  <p:childTnLst>
                                    <p:set>
                                      <p:cBhvr>
                                        <p:cTn id="26" dur="1" fill="hold">
                                          <p:stCondLst>
                                            <p:cond delay="0"/>
                                          </p:stCondLst>
                                        </p:cTn>
                                        <p:tgtEl>
                                          <p:spTgt spid="19"/>
                                        </p:tgtEl>
                                        <p:attrNameLst>
                                          <p:attrName>style.visibility</p:attrName>
                                        </p:attrNameLst>
                                      </p:cBhvr>
                                      <p:to>
                                        <p:strVal val="visible"/>
                                      </p:to>
                                    </p:set>
                                    <p:animEffect transition="in" filter="fade">
                                      <p:cBhvr>
                                        <p:cTn id="27" dur="1000"/>
                                        <p:tgtEl>
                                          <p:spTgt spid="19"/>
                                        </p:tgtEl>
                                      </p:cBhvr>
                                    </p:animEffect>
                                    <p:anim calcmode="lin" valueType="num">
                                      <p:cBhvr>
                                        <p:cTn id="28" dur="1000" fill="hold"/>
                                        <p:tgtEl>
                                          <p:spTgt spid="19"/>
                                        </p:tgtEl>
                                        <p:attrNameLst>
                                          <p:attrName>ppt_x</p:attrName>
                                        </p:attrNameLst>
                                      </p:cBhvr>
                                      <p:tavLst>
                                        <p:tav tm="0">
                                          <p:val>
                                            <p:strVal val="#ppt_x"/>
                                          </p:val>
                                        </p:tav>
                                        <p:tav tm="100000">
                                          <p:val>
                                            <p:strVal val="#ppt_x"/>
                                          </p:val>
                                        </p:tav>
                                      </p:tavLst>
                                    </p:anim>
                                    <p:anim calcmode="lin" valueType="num">
                                      <p:cBhvr>
                                        <p:cTn id="29"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grpId="0" nodeType="clickEffect">
                                  <p:stCondLst>
                                    <p:cond delay="0"/>
                                  </p:stCondLst>
                                  <p:childTnLst>
                                    <p:set>
                                      <p:cBhvr>
                                        <p:cTn id="33" dur="1" fill="hold">
                                          <p:stCondLst>
                                            <p:cond delay="0"/>
                                          </p:stCondLst>
                                        </p:cTn>
                                        <p:tgtEl>
                                          <p:spTgt spid="18"/>
                                        </p:tgtEl>
                                        <p:attrNameLst>
                                          <p:attrName>style.visibility</p:attrName>
                                        </p:attrNameLst>
                                      </p:cBhvr>
                                      <p:to>
                                        <p:strVal val="visible"/>
                                      </p:to>
                                    </p:set>
                                    <p:animEffect transition="in" filter="fade">
                                      <p:cBhvr>
                                        <p:cTn id="34" dur="1000"/>
                                        <p:tgtEl>
                                          <p:spTgt spid="18"/>
                                        </p:tgtEl>
                                      </p:cBhvr>
                                    </p:animEffect>
                                    <p:anim calcmode="lin" valueType="num">
                                      <p:cBhvr>
                                        <p:cTn id="35" dur="1000" fill="hold"/>
                                        <p:tgtEl>
                                          <p:spTgt spid="18"/>
                                        </p:tgtEl>
                                        <p:attrNameLst>
                                          <p:attrName>ppt_x</p:attrName>
                                        </p:attrNameLst>
                                      </p:cBhvr>
                                      <p:tavLst>
                                        <p:tav tm="0">
                                          <p:val>
                                            <p:strVal val="#ppt_x"/>
                                          </p:val>
                                        </p:tav>
                                        <p:tav tm="100000">
                                          <p:val>
                                            <p:strVal val="#ppt_x"/>
                                          </p:val>
                                        </p:tav>
                                      </p:tavLst>
                                    </p:anim>
                                    <p:anim calcmode="lin" valueType="num">
                                      <p:cBhvr>
                                        <p:cTn id="36"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14" presetClass="entr" presetSubtype="10" fill="hold" grpId="0" nodeType="clickEffect">
                                  <p:stCondLst>
                                    <p:cond delay="0"/>
                                  </p:stCondLst>
                                  <p:childTnLst>
                                    <p:set>
                                      <p:cBhvr>
                                        <p:cTn id="40" dur="1" fill="hold">
                                          <p:stCondLst>
                                            <p:cond delay="0"/>
                                          </p:stCondLst>
                                        </p:cTn>
                                        <p:tgtEl>
                                          <p:spTgt spid="23"/>
                                        </p:tgtEl>
                                        <p:attrNameLst>
                                          <p:attrName>style.visibility</p:attrName>
                                        </p:attrNameLst>
                                      </p:cBhvr>
                                      <p:to>
                                        <p:strVal val="visible"/>
                                      </p:to>
                                    </p:set>
                                    <p:animEffect transition="in" filter="randombar(horizontal)">
                                      <p:cBhvr>
                                        <p:cTn id="41" dur="500"/>
                                        <p:tgtEl>
                                          <p:spTgt spid="23"/>
                                        </p:tgtEl>
                                      </p:cBhvr>
                                    </p:animEffect>
                                  </p:childTnLst>
                                </p:cTn>
                              </p:par>
                              <p:par>
                                <p:cTn id="42" presetID="42" presetClass="entr" presetSubtype="0" fill="hold" grpId="0" nodeType="withEffect">
                                  <p:stCondLst>
                                    <p:cond delay="0"/>
                                  </p:stCondLst>
                                  <p:childTnLst>
                                    <p:set>
                                      <p:cBhvr>
                                        <p:cTn id="43" dur="1" fill="hold">
                                          <p:stCondLst>
                                            <p:cond delay="0"/>
                                          </p:stCondLst>
                                        </p:cTn>
                                        <p:tgtEl>
                                          <p:spTgt spid="25"/>
                                        </p:tgtEl>
                                        <p:attrNameLst>
                                          <p:attrName>style.visibility</p:attrName>
                                        </p:attrNameLst>
                                      </p:cBhvr>
                                      <p:to>
                                        <p:strVal val="visible"/>
                                      </p:to>
                                    </p:set>
                                    <p:animEffect transition="in" filter="fade">
                                      <p:cBhvr>
                                        <p:cTn id="44" dur="1000"/>
                                        <p:tgtEl>
                                          <p:spTgt spid="25"/>
                                        </p:tgtEl>
                                      </p:cBhvr>
                                    </p:animEffect>
                                    <p:anim calcmode="lin" valueType="num">
                                      <p:cBhvr>
                                        <p:cTn id="45" dur="1000" fill="hold"/>
                                        <p:tgtEl>
                                          <p:spTgt spid="25"/>
                                        </p:tgtEl>
                                        <p:attrNameLst>
                                          <p:attrName>ppt_x</p:attrName>
                                        </p:attrNameLst>
                                      </p:cBhvr>
                                      <p:tavLst>
                                        <p:tav tm="0">
                                          <p:val>
                                            <p:strVal val="#ppt_x"/>
                                          </p:val>
                                        </p:tav>
                                        <p:tav tm="100000">
                                          <p:val>
                                            <p:strVal val="#ppt_x"/>
                                          </p:val>
                                        </p:tav>
                                      </p:tavLst>
                                    </p:anim>
                                    <p:anim calcmode="lin" valueType="num">
                                      <p:cBhvr>
                                        <p:cTn id="46" dur="1000" fill="hold"/>
                                        <p:tgtEl>
                                          <p:spTgt spid="25"/>
                                        </p:tgtEl>
                                        <p:attrNameLst>
                                          <p:attrName>ppt_y</p:attrName>
                                        </p:attrNameLst>
                                      </p:cBhvr>
                                      <p:tavLst>
                                        <p:tav tm="0">
                                          <p:val>
                                            <p:strVal val="#ppt_y+.1"/>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42" presetClass="entr" presetSubtype="0" fill="hold" grpId="0" nodeType="clickEffect">
                                  <p:stCondLst>
                                    <p:cond delay="0"/>
                                  </p:stCondLst>
                                  <p:childTnLst>
                                    <p:set>
                                      <p:cBhvr>
                                        <p:cTn id="50" dur="1" fill="hold">
                                          <p:stCondLst>
                                            <p:cond delay="0"/>
                                          </p:stCondLst>
                                        </p:cTn>
                                        <p:tgtEl>
                                          <p:spTgt spid="24"/>
                                        </p:tgtEl>
                                        <p:attrNameLst>
                                          <p:attrName>style.visibility</p:attrName>
                                        </p:attrNameLst>
                                      </p:cBhvr>
                                      <p:to>
                                        <p:strVal val="visible"/>
                                      </p:to>
                                    </p:set>
                                    <p:animEffect transition="in" filter="fade">
                                      <p:cBhvr>
                                        <p:cTn id="51" dur="1000"/>
                                        <p:tgtEl>
                                          <p:spTgt spid="24"/>
                                        </p:tgtEl>
                                      </p:cBhvr>
                                    </p:animEffect>
                                    <p:anim calcmode="lin" valueType="num">
                                      <p:cBhvr>
                                        <p:cTn id="52" dur="1000" fill="hold"/>
                                        <p:tgtEl>
                                          <p:spTgt spid="24"/>
                                        </p:tgtEl>
                                        <p:attrNameLst>
                                          <p:attrName>ppt_x</p:attrName>
                                        </p:attrNameLst>
                                      </p:cBhvr>
                                      <p:tavLst>
                                        <p:tav tm="0">
                                          <p:val>
                                            <p:strVal val="#ppt_x"/>
                                          </p:val>
                                        </p:tav>
                                        <p:tav tm="100000">
                                          <p:val>
                                            <p:strVal val="#ppt_x"/>
                                          </p:val>
                                        </p:tav>
                                      </p:tavLst>
                                    </p:anim>
                                    <p:anim calcmode="lin" valueType="num">
                                      <p:cBhvr>
                                        <p:cTn id="53" dur="1000" fill="hold"/>
                                        <p:tgtEl>
                                          <p:spTgt spid="2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15" grpId="0"/>
      <p:bldP spid="17" grpId="0"/>
      <p:bldP spid="18" grpId="0"/>
      <p:bldP spid="19" grpId="0"/>
      <p:bldP spid="23" grpId="0"/>
      <p:bldP spid="24" grpId="0"/>
      <p:bldP spid="25"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638E7DE1-45EE-476A-A474-0F3C264AEDA3}"/>
              </a:ext>
            </a:extLst>
          </p:cNvPr>
          <p:cNvSpPr>
            <a:spLocks noGrp="1"/>
          </p:cNvSpPr>
          <p:nvPr>
            <p:ph type="ftr" sz="quarter" idx="11"/>
          </p:nvPr>
        </p:nvSpPr>
        <p:spPr>
          <a:xfrm>
            <a:off x="0" y="6139541"/>
            <a:ext cx="12192000" cy="718459"/>
          </a:xfrm>
          <a:ln w="28575">
            <a:solidFill>
              <a:schemeClr val="accent5">
                <a:lumMod val="50000"/>
              </a:schemeClr>
            </a:solidFill>
          </a:ln>
        </p:spPr>
        <p:txBody>
          <a:bodyPr/>
          <a:lstStyle/>
          <a:p>
            <a:pPr algn="r"/>
            <a:r>
              <a:rPr lang="en-PH" b="1">
                <a:solidFill>
                  <a:schemeClr val="tx1"/>
                </a:solidFill>
              </a:rPr>
              <a:t>CCOBJPGL</a:t>
            </a:r>
            <a:endParaRPr lang="en-PH" dirty="0"/>
          </a:p>
        </p:txBody>
      </p:sp>
      <p:sp>
        <p:nvSpPr>
          <p:cNvPr id="13" name="TextBox 12">
            <a:extLst>
              <a:ext uri="{FF2B5EF4-FFF2-40B4-BE49-F238E27FC236}">
                <a16:creationId xmlns:a16="http://schemas.microsoft.com/office/drawing/2014/main" id="{823F581E-7388-8598-0E89-9E045382FCC6}"/>
              </a:ext>
            </a:extLst>
          </p:cNvPr>
          <p:cNvSpPr txBox="1"/>
          <p:nvPr/>
        </p:nvSpPr>
        <p:spPr>
          <a:xfrm>
            <a:off x="1084613" y="648847"/>
            <a:ext cx="8083138" cy="477054"/>
          </a:xfrm>
          <a:prstGeom prst="rect">
            <a:avLst/>
          </a:prstGeom>
          <a:noFill/>
        </p:spPr>
        <p:txBody>
          <a:bodyPr wrap="square" rtlCol="0">
            <a:spAutoFit/>
          </a:bodyPr>
          <a:lstStyle/>
          <a:p>
            <a:r>
              <a:rPr lang="en-PH" sz="2500" dirty="0">
                <a:solidFill>
                  <a:srgbClr val="7030A0"/>
                </a:solidFill>
                <a:latin typeface="Consolas" panose="020B0609020204030204" pitchFamily="49" charset="0"/>
              </a:rPr>
              <a:t>public static </a:t>
            </a:r>
            <a:r>
              <a:rPr lang="en-PH" sz="2500" dirty="0">
                <a:solidFill>
                  <a:srgbClr val="00B0F0"/>
                </a:solidFill>
                <a:latin typeface="Consolas" panose="020B0609020204030204" pitchFamily="49" charset="0"/>
              </a:rPr>
              <a:t>void</a:t>
            </a:r>
            <a:r>
              <a:rPr lang="en-PH" sz="2500" dirty="0">
                <a:solidFill>
                  <a:srgbClr val="7030A0"/>
                </a:solidFill>
                <a:latin typeface="Consolas" panose="020B0609020204030204" pitchFamily="49" charset="0"/>
              </a:rPr>
              <a:t> </a:t>
            </a:r>
            <a:r>
              <a:rPr lang="en-PH" sz="2500" dirty="0">
                <a:solidFill>
                  <a:srgbClr val="0070C0"/>
                </a:solidFill>
                <a:latin typeface="Consolas" panose="020B0609020204030204" pitchFamily="49" charset="0"/>
              </a:rPr>
              <a:t>main</a:t>
            </a:r>
            <a:r>
              <a:rPr lang="en-PH" sz="2500" dirty="0">
                <a:solidFill>
                  <a:srgbClr val="7030A0"/>
                </a:solidFill>
                <a:latin typeface="Consolas" panose="020B0609020204030204" pitchFamily="49" charset="0"/>
              </a:rPr>
              <a:t>() </a:t>
            </a:r>
            <a:r>
              <a:rPr lang="en-PH" sz="2500" dirty="0">
                <a:latin typeface="Consolas" panose="020B0609020204030204" pitchFamily="49" charset="0"/>
              </a:rPr>
              <a:t>{</a:t>
            </a:r>
            <a:endParaRPr lang="en-PH" sz="2500" dirty="0"/>
          </a:p>
        </p:txBody>
      </p:sp>
      <p:sp>
        <p:nvSpPr>
          <p:cNvPr id="14" name="TextBox 13">
            <a:extLst>
              <a:ext uri="{FF2B5EF4-FFF2-40B4-BE49-F238E27FC236}">
                <a16:creationId xmlns:a16="http://schemas.microsoft.com/office/drawing/2014/main" id="{217B4422-96B2-1807-56B1-1EC0A838FBC3}"/>
              </a:ext>
            </a:extLst>
          </p:cNvPr>
          <p:cNvSpPr txBox="1"/>
          <p:nvPr/>
        </p:nvSpPr>
        <p:spPr>
          <a:xfrm>
            <a:off x="1460394" y="1261826"/>
            <a:ext cx="6498920" cy="3170099"/>
          </a:xfrm>
          <a:prstGeom prst="rect">
            <a:avLst/>
          </a:prstGeom>
          <a:noFill/>
        </p:spPr>
        <p:txBody>
          <a:bodyPr wrap="square" rtlCol="0">
            <a:spAutoFit/>
          </a:bodyPr>
          <a:lstStyle/>
          <a:p>
            <a:r>
              <a:rPr lang="en-PH" sz="2500" dirty="0">
                <a:solidFill>
                  <a:srgbClr val="00B0F0"/>
                </a:solidFill>
                <a:latin typeface="Consolas" panose="020B0609020204030204" pitchFamily="49" charset="0"/>
              </a:rPr>
              <a:t>Animal dog </a:t>
            </a:r>
            <a:r>
              <a:rPr lang="en-PH" sz="2500" dirty="0">
                <a:latin typeface="Consolas" panose="020B0609020204030204" pitchFamily="49" charset="0"/>
              </a:rPr>
              <a:t>=</a:t>
            </a:r>
            <a:r>
              <a:rPr lang="en-PH" sz="2500" dirty="0">
                <a:solidFill>
                  <a:srgbClr val="00B0F0"/>
                </a:solidFill>
                <a:latin typeface="Consolas" panose="020B0609020204030204" pitchFamily="49" charset="0"/>
              </a:rPr>
              <a:t> new </a:t>
            </a:r>
            <a:r>
              <a:rPr lang="en-PH" sz="2500" dirty="0">
                <a:solidFill>
                  <a:srgbClr val="0070C0"/>
                </a:solidFill>
                <a:latin typeface="Consolas" panose="020B0609020204030204" pitchFamily="49" charset="0"/>
              </a:rPr>
              <a:t>Dog();</a:t>
            </a:r>
          </a:p>
          <a:p>
            <a:endParaRPr lang="en-PH" sz="2500" dirty="0">
              <a:solidFill>
                <a:srgbClr val="00B0F0"/>
              </a:solidFill>
              <a:latin typeface="Consolas" panose="020B0609020204030204" pitchFamily="49" charset="0"/>
            </a:endParaRPr>
          </a:p>
          <a:p>
            <a:r>
              <a:rPr lang="en-PH" sz="2500" dirty="0">
                <a:solidFill>
                  <a:srgbClr val="00B0F0"/>
                </a:solidFill>
                <a:latin typeface="Consolas" panose="020B0609020204030204" pitchFamily="49" charset="0"/>
              </a:rPr>
              <a:t>Animal cat </a:t>
            </a:r>
            <a:r>
              <a:rPr lang="en-PH" sz="2500" dirty="0">
                <a:latin typeface="Consolas" panose="020B0609020204030204" pitchFamily="49" charset="0"/>
              </a:rPr>
              <a:t>=</a:t>
            </a:r>
            <a:r>
              <a:rPr lang="en-PH" sz="2500" dirty="0">
                <a:solidFill>
                  <a:srgbClr val="00B0F0"/>
                </a:solidFill>
                <a:latin typeface="Consolas" panose="020B0609020204030204" pitchFamily="49" charset="0"/>
              </a:rPr>
              <a:t> new </a:t>
            </a:r>
            <a:r>
              <a:rPr lang="en-PH" sz="2500" dirty="0">
                <a:solidFill>
                  <a:srgbClr val="0070C0"/>
                </a:solidFill>
                <a:latin typeface="Consolas" panose="020B0609020204030204" pitchFamily="49" charset="0"/>
              </a:rPr>
              <a:t>Cat();</a:t>
            </a:r>
          </a:p>
          <a:p>
            <a:endParaRPr lang="en-PH" sz="2500" dirty="0">
              <a:latin typeface="Consolas" panose="020B0609020204030204" pitchFamily="49" charset="0"/>
            </a:endParaRPr>
          </a:p>
          <a:p>
            <a:r>
              <a:rPr lang="en-PH" sz="2500" dirty="0" err="1">
                <a:latin typeface="Consolas" panose="020B0609020204030204" pitchFamily="49" charset="0"/>
              </a:rPr>
              <a:t>dog.makeSound</a:t>
            </a:r>
            <a:r>
              <a:rPr lang="en-PH" sz="2500" dirty="0">
                <a:latin typeface="Consolas" panose="020B0609020204030204" pitchFamily="49" charset="0"/>
              </a:rPr>
              <a:t>();</a:t>
            </a:r>
          </a:p>
          <a:p>
            <a:endParaRPr lang="en-PH" sz="2500" dirty="0">
              <a:latin typeface="Consolas" panose="020B0609020204030204" pitchFamily="49" charset="0"/>
            </a:endParaRPr>
          </a:p>
          <a:p>
            <a:r>
              <a:rPr lang="en-PH" sz="2500" dirty="0" err="1">
                <a:latin typeface="Consolas" panose="020B0609020204030204" pitchFamily="49" charset="0"/>
              </a:rPr>
              <a:t>cat.makeSound</a:t>
            </a:r>
            <a:r>
              <a:rPr lang="en-PH" sz="2500" dirty="0">
                <a:latin typeface="Consolas" panose="020B0609020204030204" pitchFamily="49" charset="0"/>
              </a:rPr>
              <a:t>();</a:t>
            </a:r>
          </a:p>
          <a:p>
            <a:endParaRPr lang="en-PH" sz="2500" b="1" dirty="0"/>
          </a:p>
        </p:txBody>
      </p:sp>
      <p:sp>
        <p:nvSpPr>
          <p:cNvPr id="15" name="TextBox 14">
            <a:extLst>
              <a:ext uri="{FF2B5EF4-FFF2-40B4-BE49-F238E27FC236}">
                <a16:creationId xmlns:a16="http://schemas.microsoft.com/office/drawing/2014/main" id="{2AAC2F7B-74D4-9E79-6CDA-9F02901E1D1B}"/>
              </a:ext>
            </a:extLst>
          </p:cNvPr>
          <p:cNvSpPr txBox="1"/>
          <p:nvPr/>
        </p:nvSpPr>
        <p:spPr>
          <a:xfrm>
            <a:off x="1084613" y="4329323"/>
            <a:ext cx="375781" cy="477054"/>
          </a:xfrm>
          <a:prstGeom prst="rect">
            <a:avLst/>
          </a:prstGeom>
          <a:noFill/>
        </p:spPr>
        <p:txBody>
          <a:bodyPr wrap="square" rtlCol="0">
            <a:spAutoFit/>
          </a:bodyPr>
          <a:lstStyle/>
          <a:p>
            <a:r>
              <a:rPr lang="en-PH" sz="2500" dirty="0">
                <a:latin typeface="Consolas" panose="020B0609020204030204" pitchFamily="49" charset="0"/>
              </a:rPr>
              <a:t>}</a:t>
            </a:r>
            <a:endParaRPr lang="en-PH" sz="2500" dirty="0"/>
          </a:p>
        </p:txBody>
      </p:sp>
      <p:sp>
        <p:nvSpPr>
          <p:cNvPr id="26" name="TextBox 25">
            <a:extLst>
              <a:ext uri="{FF2B5EF4-FFF2-40B4-BE49-F238E27FC236}">
                <a16:creationId xmlns:a16="http://schemas.microsoft.com/office/drawing/2014/main" id="{3A5E0911-0A62-B42A-DB80-630A3B424A6B}"/>
              </a:ext>
            </a:extLst>
          </p:cNvPr>
          <p:cNvSpPr txBox="1"/>
          <p:nvPr/>
        </p:nvSpPr>
        <p:spPr>
          <a:xfrm>
            <a:off x="7421586" y="2833517"/>
            <a:ext cx="2854625" cy="477054"/>
          </a:xfrm>
          <a:prstGeom prst="rect">
            <a:avLst/>
          </a:prstGeom>
          <a:noFill/>
        </p:spPr>
        <p:txBody>
          <a:bodyPr wrap="square" rtlCol="0">
            <a:spAutoFit/>
          </a:bodyPr>
          <a:lstStyle/>
          <a:p>
            <a:r>
              <a:rPr lang="en-PH" sz="2500" b="1" dirty="0">
                <a:solidFill>
                  <a:srgbClr val="FF0000"/>
                </a:solidFill>
              </a:rPr>
              <a:t>“Woof!”</a:t>
            </a:r>
          </a:p>
        </p:txBody>
      </p:sp>
      <p:sp>
        <p:nvSpPr>
          <p:cNvPr id="27" name="Arrow: Left 26">
            <a:extLst>
              <a:ext uri="{FF2B5EF4-FFF2-40B4-BE49-F238E27FC236}">
                <a16:creationId xmlns:a16="http://schemas.microsoft.com/office/drawing/2014/main" id="{C98E9276-DB80-1823-6BB8-8E62822BB536}"/>
              </a:ext>
            </a:extLst>
          </p:cNvPr>
          <p:cNvSpPr/>
          <p:nvPr/>
        </p:nvSpPr>
        <p:spPr>
          <a:xfrm>
            <a:off x="6096000" y="2825939"/>
            <a:ext cx="978408" cy="484632"/>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28" name="TextBox 27">
            <a:extLst>
              <a:ext uri="{FF2B5EF4-FFF2-40B4-BE49-F238E27FC236}">
                <a16:creationId xmlns:a16="http://schemas.microsoft.com/office/drawing/2014/main" id="{CCD5A7B9-1114-3D7E-371F-B14593B0CBAD}"/>
              </a:ext>
            </a:extLst>
          </p:cNvPr>
          <p:cNvSpPr txBox="1"/>
          <p:nvPr/>
        </p:nvSpPr>
        <p:spPr>
          <a:xfrm>
            <a:off x="7421586" y="3628932"/>
            <a:ext cx="2854625" cy="477054"/>
          </a:xfrm>
          <a:prstGeom prst="rect">
            <a:avLst/>
          </a:prstGeom>
          <a:noFill/>
        </p:spPr>
        <p:txBody>
          <a:bodyPr wrap="square" rtlCol="0">
            <a:spAutoFit/>
          </a:bodyPr>
          <a:lstStyle/>
          <a:p>
            <a:r>
              <a:rPr lang="en-PH" sz="2500" b="1" dirty="0">
                <a:solidFill>
                  <a:srgbClr val="FF0000"/>
                </a:solidFill>
              </a:rPr>
              <a:t>“Meow”</a:t>
            </a:r>
          </a:p>
        </p:txBody>
      </p:sp>
      <p:sp>
        <p:nvSpPr>
          <p:cNvPr id="29" name="Arrow: Left 28">
            <a:extLst>
              <a:ext uri="{FF2B5EF4-FFF2-40B4-BE49-F238E27FC236}">
                <a16:creationId xmlns:a16="http://schemas.microsoft.com/office/drawing/2014/main" id="{DD41FD74-7819-FBC6-2532-408E69580EE4}"/>
              </a:ext>
            </a:extLst>
          </p:cNvPr>
          <p:cNvSpPr/>
          <p:nvPr/>
        </p:nvSpPr>
        <p:spPr>
          <a:xfrm>
            <a:off x="6096000" y="3621354"/>
            <a:ext cx="978408" cy="484632"/>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Tree>
    <p:extLst>
      <p:ext uri="{BB962C8B-B14F-4D97-AF65-F5344CB8AC3E}">
        <p14:creationId xmlns:p14="http://schemas.microsoft.com/office/powerpoint/2010/main" val="9772190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randombar(horizontal)">
                                      <p:cBhvr>
                                        <p:cTn id="7" dur="500"/>
                                        <p:tgtEl>
                                          <p:spTgt spid="13"/>
                                        </p:tgtEl>
                                      </p:cBhvr>
                                    </p:animEffect>
                                  </p:childTnLst>
                                </p:cTn>
                              </p:par>
                              <p:par>
                                <p:cTn id="8" presetID="42" presetClass="entr" presetSubtype="0" fill="hold" grpId="0"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1000"/>
                                        <p:tgtEl>
                                          <p:spTgt spid="15"/>
                                        </p:tgtEl>
                                      </p:cBhvr>
                                    </p:animEffect>
                                    <p:anim calcmode="lin" valueType="num">
                                      <p:cBhvr>
                                        <p:cTn id="11" dur="1000" fill="hold"/>
                                        <p:tgtEl>
                                          <p:spTgt spid="15"/>
                                        </p:tgtEl>
                                        <p:attrNameLst>
                                          <p:attrName>ppt_x</p:attrName>
                                        </p:attrNameLst>
                                      </p:cBhvr>
                                      <p:tavLst>
                                        <p:tav tm="0">
                                          <p:val>
                                            <p:strVal val="#ppt_x"/>
                                          </p:val>
                                        </p:tav>
                                        <p:tav tm="100000">
                                          <p:val>
                                            <p:strVal val="#ppt_x"/>
                                          </p:val>
                                        </p:tav>
                                      </p:tavLst>
                                    </p:anim>
                                    <p:anim calcmode="lin" valueType="num">
                                      <p:cBhvr>
                                        <p:cTn id="12"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1000"/>
                                        <p:tgtEl>
                                          <p:spTgt spid="14"/>
                                        </p:tgtEl>
                                      </p:cBhvr>
                                    </p:animEffect>
                                    <p:anim calcmode="lin" valueType="num">
                                      <p:cBhvr>
                                        <p:cTn id="18" dur="1000" fill="hold"/>
                                        <p:tgtEl>
                                          <p:spTgt spid="14"/>
                                        </p:tgtEl>
                                        <p:attrNameLst>
                                          <p:attrName>ppt_x</p:attrName>
                                        </p:attrNameLst>
                                      </p:cBhvr>
                                      <p:tavLst>
                                        <p:tav tm="0">
                                          <p:val>
                                            <p:strVal val="#ppt_x"/>
                                          </p:val>
                                        </p:tav>
                                        <p:tav tm="100000">
                                          <p:val>
                                            <p:strVal val="#ppt_x"/>
                                          </p:val>
                                        </p:tav>
                                      </p:tavLst>
                                    </p:anim>
                                    <p:anim calcmode="lin" valueType="num">
                                      <p:cBhvr>
                                        <p:cTn id="19"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14" presetClass="entr" presetSubtype="10" fill="hold" grpId="0" nodeType="clickEffect">
                                  <p:stCondLst>
                                    <p:cond delay="0"/>
                                  </p:stCondLst>
                                  <p:childTnLst>
                                    <p:set>
                                      <p:cBhvr>
                                        <p:cTn id="23" dur="1" fill="hold">
                                          <p:stCondLst>
                                            <p:cond delay="0"/>
                                          </p:stCondLst>
                                        </p:cTn>
                                        <p:tgtEl>
                                          <p:spTgt spid="27"/>
                                        </p:tgtEl>
                                        <p:attrNameLst>
                                          <p:attrName>style.visibility</p:attrName>
                                        </p:attrNameLst>
                                      </p:cBhvr>
                                      <p:to>
                                        <p:strVal val="visible"/>
                                      </p:to>
                                    </p:set>
                                    <p:animEffect transition="in" filter="randombar(horizontal)">
                                      <p:cBhvr>
                                        <p:cTn id="24" dur="500"/>
                                        <p:tgtEl>
                                          <p:spTgt spid="27"/>
                                        </p:tgtEl>
                                      </p:cBhvr>
                                    </p:animEffect>
                                  </p:childTnLst>
                                </p:cTn>
                              </p:par>
                              <p:par>
                                <p:cTn id="25" presetID="14" presetClass="entr" presetSubtype="10" fill="hold" grpId="0" nodeType="with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randombar(horizontal)">
                                      <p:cBhvr>
                                        <p:cTn id="27" dur="500"/>
                                        <p:tgtEl>
                                          <p:spTgt spid="26"/>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9"/>
                                        </p:tgtEl>
                                        <p:attrNameLst>
                                          <p:attrName>style.visibility</p:attrName>
                                        </p:attrNameLst>
                                      </p:cBhvr>
                                      <p:to>
                                        <p:strVal val="visible"/>
                                      </p:to>
                                    </p:set>
                                    <p:animEffect transition="in" filter="randombar(horizontal)">
                                      <p:cBhvr>
                                        <p:cTn id="32" dur="500"/>
                                        <p:tgtEl>
                                          <p:spTgt spid="29"/>
                                        </p:tgtEl>
                                      </p:cBhvr>
                                    </p:animEffect>
                                  </p:childTnLst>
                                </p:cTn>
                              </p:par>
                              <p:par>
                                <p:cTn id="33" presetID="14" presetClass="entr" presetSubtype="10" fill="hold" grpId="0" nodeType="withEffect">
                                  <p:stCondLst>
                                    <p:cond delay="0"/>
                                  </p:stCondLst>
                                  <p:childTnLst>
                                    <p:set>
                                      <p:cBhvr>
                                        <p:cTn id="34" dur="1" fill="hold">
                                          <p:stCondLst>
                                            <p:cond delay="0"/>
                                          </p:stCondLst>
                                        </p:cTn>
                                        <p:tgtEl>
                                          <p:spTgt spid="28"/>
                                        </p:tgtEl>
                                        <p:attrNameLst>
                                          <p:attrName>style.visibility</p:attrName>
                                        </p:attrNameLst>
                                      </p:cBhvr>
                                      <p:to>
                                        <p:strVal val="visible"/>
                                      </p:to>
                                    </p:set>
                                    <p:animEffect transition="in" filter="randombar(horizontal)">
                                      <p:cBhvr>
                                        <p:cTn id="35"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15" grpId="0"/>
      <p:bldP spid="26" grpId="0"/>
      <p:bldP spid="27" grpId="0" animBg="1"/>
      <p:bldP spid="28" grpId="0"/>
      <p:bldP spid="29"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3DCE86-C2BA-4713-9E7A-73589E8D6CCF}"/>
              </a:ext>
            </a:extLst>
          </p:cNvPr>
          <p:cNvSpPr>
            <a:spLocks noGrp="1"/>
          </p:cNvSpPr>
          <p:nvPr>
            <p:ph type="ctrTitle"/>
          </p:nvPr>
        </p:nvSpPr>
        <p:spPr>
          <a:xfrm>
            <a:off x="1524000" y="2852043"/>
            <a:ext cx="9144000" cy="718459"/>
          </a:xfrm>
        </p:spPr>
        <p:txBody>
          <a:bodyPr>
            <a:noAutofit/>
          </a:bodyPr>
          <a:lstStyle/>
          <a:p>
            <a:r>
              <a:rPr lang="en-PH" sz="5000" b="1" dirty="0"/>
              <a:t>Trying Double Dispatch</a:t>
            </a:r>
          </a:p>
        </p:txBody>
      </p:sp>
      <p:sp>
        <p:nvSpPr>
          <p:cNvPr id="4" name="Footer Placeholder 3">
            <a:extLst>
              <a:ext uri="{FF2B5EF4-FFF2-40B4-BE49-F238E27FC236}">
                <a16:creationId xmlns:a16="http://schemas.microsoft.com/office/drawing/2014/main" id="{638E7DE1-45EE-476A-A474-0F3C264AEDA3}"/>
              </a:ext>
            </a:extLst>
          </p:cNvPr>
          <p:cNvSpPr>
            <a:spLocks noGrp="1"/>
          </p:cNvSpPr>
          <p:nvPr>
            <p:ph type="ftr" sz="quarter" idx="11"/>
          </p:nvPr>
        </p:nvSpPr>
        <p:spPr>
          <a:xfrm>
            <a:off x="0" y="6139541"/>
            <a:ext cx="12192000" cy="718459"/>
          </a:xfrm>
          <a:ln w="28575">
            <a:solidFill>
              <a:schemeClr val="accent5">
                <a:lumMod val="50000"/>
              </a:schemeClr>
            </a:solidFill>
          </a:ln>
        </p:spPr>
        <p:txBody>
          <a:bodyPr/>
          <a:lstStyle/>
          <a:p>
            <a:pPr algn="r"/>
            <a:r>
              <a:rPr lang="en-PH" b="1">
                <a:solidFill>
                  <a:schemeClr val="tx1"/>
                </a:solidFill>
              </a:rPr>
              <a:t>CCOBJPGL</a:t>
            </a:r>
            <a:endParaRPr lang="en-PH" dirty="0"/>
          </a:p>
        </p:txBody>
      </p:sp>
    </p:spTree>
    <p:extLst>
      <p:ext uri="{BB962C8B-B14F-4D97-AF65-F5344CB8AC3E}">
        <p14:creationId xmlns:p14="http://schemas.microsoft.com/office/powerpoint/2010/main" val="20735611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638E7DE1-45EE-476A-A474-0F3C264AEDA3}"/>
              </a:ext>
            </a:extLst>
          </p:cNvPr>
          <p:cNvSpPr>
            <a:spLocks noGrp="1"/>
          </p:cNvSpPr>
          <p:nvPr>
            <p:ph type="ftr" sz="quarter" idx="11"/>
          </p:nvPr>
        </p:nvSpPr>
        <p:spPr>
          <a:xfrm>
            <a:off x="0" y="6139541"/>
            <a:ext cx="12192000" cy="718459"/>
          </a:xfrm>
          <a:ln w="28575">
            <a:solidFill>
              <a:schemeClr val="accent5">
                <a:lumMod val="50000"/>
              </a:schemeClr>
            </a:solidFill>
          </a:ln>
        </p:spPr>
        <p:txBody>
          <a:bodyPr/>
          <a:lstStyle/>
          <a:p>
            <a:pPr algn="r"/>
            <a:r>
              <a:rPr lang="en-PH" b="1">
                <a:solidFill>
                  <a:schemeClr val="tx1"/>
                </a:solidFill>
              </a:rPr>
              <a:t>CCOBJPGL</a:t>
            </a:r>
            <a:endParaRPr lang="en-PH" dirty="0"/>
          </a:p>
        </p:txBody>
      </p:sp>
      <p:sp>
        <p:nvSpPr>
          <p:cNvPr id="13" name="TextBox 12">
            <a:extLst>
              <a:ext uri="{FF2B5EF4-FFF2-40B4-BE49-F238E27FC236}">
                <a16:creationId xmlns:a16="http://schemas.microsoft.com/office/drawing/2014/main" id="{823F581E-7388-8598-0E89-9E045382FCC6}"/>
              </a:ext>
            </a:extLst>
          </p:cNvPr>
          <p:cNvSpPr txBox="1"/>
          <p:nvPr/>
        </p:nvSpPr>
        <p:spPr>
          <a:xfrm>
            <a:off x="1084613" y="648847"/>
            <a:ext cx="4231710" cy="477054"/>
          </a:xfrm>
          <a:prstGeom prst="rect">
            <a:avLst/>
          </a:prstGeom>
          <a:noFill/>
        </p:spPr>
        <p:txBody>
          <a:bodyPr wrap="square" rtlCol="0">
            <a:spAutoFit/>
          </a:bodyPr>
          <a:lstStyle/>
          <a:p>
            <a:r>
              <a:rPr lang="en-PH" sz="2500" dirty="0">
                <a:solidFill>
                  <a:srgbClr val="7030A0"/>
                </a:solidFill>
                <a:latin typeface="Consolas" panose="020B0609020204030204" pitchFamily="49" charset="0"/>
              </a:rPr>
              <a:t>interface </a:t>
            </a:r>
            <a:r>
              <a:rPr lang="en-PH" sz="2500" dirty="0">
                <a:solidFill>
                  <a:srgbClr val="0070C0"/>
                </a:solidFill>
                <a:latin typeface="Consolas" panose="020B0609020204030204" pitchFamily="49" charset="0"/>
              </a:rPr>
              <a:t>Animal</a:t>
            </a:r>
            <a:r>
              <a:rPr lang="en-PH" sz="2500" dirty="0">
                <a:solidFill>
                  <a:srgbClr val="7030A0"/>
                </a:solidFill>
                <a:latin typeface="Consolas" panose="020B0609020204030204" pitchFamily="49" charset="0"/>
              </a:rPr>
              <a:t> </a:t>
            </a:r>
            <a:r>
              <a:rPr lang="en-PH" sz="2500" dirty="0">
                <a:latin typeface="Consolas" panose="020B0609020204030204" pitchFamily="49" charset="0"/>
              </a:rPr>
              <a:t>{</a:t>
            </a:r>
            <a:endParaRPr lang="en-PH" sz="2500" dirty="0"/>
          </a:p>
        </p:txBody>
      </p:sp>
      <p:sp>
        <p:nvSpPr>
          <p:cNvPr id="14" name="TextBox 13">
            <a:extLst>
              <a:ext uri="{FF2B5EF4-FFF2-40B4-BE49-F238E27FC236}">
                <a16:creationId xmlns:a16="http://schemas.microsoft.com/office/drawing/2014/main" id="{217B4422-96B2-1807-56B1-1EC0A838FBC3}"/>
              </a:ext>
            </a:extLst>
          </p:cNvPr>
          <p:cNvSpPr txBox="1"/>
          <p:nvPr/>
        </p:nvSpPr>
        <p:spPr>
          <a:xfrm>
            <a:off x="1460394" y="1261826"/>
            <a:ext cx="6498920" cy="861774"/>
          </a:xfrm>
          <a:prstGeom prst="rect">
            <a:avLst/>
          </a:prstGeom>
          <a:noFill/>
        </p:spPr>
        <p:txBody>
          <a:bodyPr wrap="square" rtlCol="0">
            <a:spAutoFit/>
          </a:bodyPr>
          <a:lstStyle/>
          <a:p>
            <a:r>
              <a:rPr lang="en-PH" sz="2500" dirty="0">
                <a:solidFill>
                  <a:srgbClr val="00B0F0"/>
                </a:solidFill>
                <a:latin typeface="Consolas" panose="020B0609020204030204" pitchFamily="49" charset="0"/>
              </a:rPr>
              <a:t>void</a:t>
            </a:r>
            <a:r>
              <a:rPr lang="en-PH" sz="2500" dirty="0">
                <a:latin typeface="Consolas" panose="020B0609020204030204" pitchFamily="49" charset="0"/>
              </a:rPr>
              <a:t> </a:t>
            </a:r>
            <a:r>
              <a:rPr lang="en-PH" sz="2500" dirty="0" err="1">
                <a:solidFill>
                  <a:srgbClr val="0070C0"/>
                </a:solidFill>
                <a:latin typeface="Consolas" panose="020B0609020204030204" pitchFamily="49" charset="0"/>
              </a:rPr>
              <a:t>makeSound</a:t>
            </a:r>
            <a:r>
              <a:rPr lang="en-PH" sz="2500" dirty="0">
                <a:solidFill>
                  <a:srgbClr val="0070C0"/>
                </a:solidFill>
                <a:latin typeface="Consolas" panose="020B0609020204030204" pitchFamily="49" charset="0"/>
              </a:rPr>
              <a:t>()</a:t>
            </a:r>
            <a:r>
              <a:rPr lang="en-PH" sz="2500" dirty="0">
                <a:latin typeface="Consolas" panose="020B0609020204030204" pitchFamily="49" charset="0"/>
              </a:rPr>
              <a:t>;</a:t>
            </a:r>
          </a:p>
          <a:p>
            <a:endParaRPr lang="en-PH" sz="2500" b="1" dirty="0"/>
          </a:p>
        </p:txBody>
      </p:sp>
      <p:sp>
        <p:nvSpPr>
          <p:cNvPr id="15" name="TextBox 14">
            <a:extLst>
              <a:ext uri="{FF2B5EF4-FFF2-40B4-BE49-F238E27FC236}">
                <a16:creationId xmlns:a16="http://schemas.microsoft.com/office/drawing/2014/main" id="{2AAC2F7B-74D4-9E79-6CDA-9F02901E1D1B}"/>
              </a:ext>
            </a:extLst>
          </p:cNvPr>
          <p:cNvSpPr txBox="1"/>
          <p:nvPr/>
        </p:nvSpPr>
        <p:spPr>
          <a:xfrm>
            <a:off x="1084612" y="1762174"/>
            <a:ext cx="375781" cy="477054"/>
          </a:xfrm>
          <a:prstGeom prst="rect">
            <a:avLst/>
          </a:prstGeom>
          <a:noFill/>
        </p:spPr>
        <p:txBody>
          <a:bodyPr wrap="square" rtlCol="0">
            <a:spAutoFit/>
          </a:bodyPr>
          <a:lstStyle/>
          <a:p>
            <a:r>
              <a:rPr lang="en-PH" sz="2500" dirty="0">
                <a:latin typeface="Consolas" panose="020B0609020204030204" pitchFamily="49" charset="0"/>
              </a:rPr>
              <a:t>}</a:t>
            </a:r>
            <a:endParaRPr lang="en-PH" sz="2500" dirty="0"/>
          </a:p>
        </p:txBody>
      </p:sp>
      <p:sp>
        <p:nvSpPr>
          <p:cNvPr id="17" name="TextBox 16">
            <a:extLst>
              <a:ext uri="{FF2B5EF4-FFF2-40B4-BE49-F238E27FC236}">
                <a16:creationId xmlns:a16="http://schemas.microsoft.com/office/drawing/2014/main" id="{E87C680E-C415-A282-22EC-926EED0A37B5}"/>
              </a:ext>
            </a:extLst>
          </p:cNvPr>
          <p:cNvSpPr txBox="1"/>
          <p:nvPr/>
        </p:nvSpPr>
        <p:spPr>
          <a:xfrm>
            <a:off x="1084612" y="2501049"/>
            <a:ext cx="6498919" cy="477054"/>
          </a:xfrm>
          <a:prstGeom prst="rect">
            <a:avLst/>
          </a:prstGeom>
          <a:noFill/>
        </p:spPr>
        <p:txBody>
          <a:bodyPr wrap="square" rtlCol="0">
            <a:spAutoFit/>
          </a:bodyPr>
          <a:lstStyle/>
          <a:p>
            <a:r>
              <a:rPr lang="en-PH" sz="2500" dirty="0">
                <a:solidFill>
                  <a:srgbClr val="7030A0"/>
                </a:solidFill>
                <a:latin typeface="Consolas" panose="020B0609020204030204" pitchFamily="49" charset="0"/>
              </a:rPr>
              <a:t>public class </a:t>
            </a:r>
            <a:r>
              <a:rPr lang="en-PH" sz="2500" dirty="0">
                <a:solidFill>
                  <a:srgbClr val="0070C0"/>
                </a:solidFill>
                <a:latin typeface="Consolas" panose="020B0609020204030204" pitchFamily="49" charset="0"/>
              </a:rPr>
              <a:t>Cat</a:t>
            </a:r>
            <a:r>
              <a:rPr lang="en-PH" sz="2500" dirty="0">
                <a:solidFill>
                  <a:srgbClr val="7030A0"/>
                </a:solidFill>
                <a:latin typeface="Consolas" panose="020B0609020204030204" pitchFamily="49" charset="0"/>
              </a:rPr>
              <a:t> implements </a:t>
            </a:r>
            <a:r>
              <a:rPr lang="en-PH" sz="2500" dirty="0">
                <a:solidFill>
                  <a:srgbClr val="0070C0"/>
                </a:solidFill>
                <a:latin typeface="Consolas" panose="020B0609020204030204" pitchFamily="49" charset="0"/>
              </a:rPr>
              <a:t>Animal</a:t>
            </a:r>
            <a:r>
              <a:rPr lang="en-PH" sz="2500" dirty="0">
                <a:solidFill>
                  <a:srgbClr val="7030A0"/>
                </a:solidFill>
                <a:latin typeface="Consolas" panose="020B0609020204030204" pitchFamily="49" charset="0"/>
              </a:rPr>
              <a:t> </a:t>
            </a:r>
            <a:r>
              <a:rPr lang="en-PH" sz="2500" dirty="0">
                <a:latin typeface="Consolas" panose="020B0609020204030204" pitchFamily="49" charset="0"/>
              </a:rPr>
              <a:t>{</a:t>
            </a:r>
            <a:endParaRPr lang="en-PH" sz="2500" dirty="0"/>
          </a:p>
        </p:txBody>
      </p:sp>
      <p:sp>
        <p:nvSpPr>
          <p:cNvPr id="18" name="TextBox 17">
            <a:extLst>
              <a:ext uri="{FF2B5EF4-FFF2-40B4-BE49-F238E27FC236}">
                <a16:creationId xmlns:a16="http://schemas.microsoft.com/office/drawing/2014/main" id="{80BC6392-26DB-9EC4-F631-D2D32460D1BE}"/>
              </a:ext>
            </a:extLst>
          </p:cNvPr>
          <p:cNvSpPr txBox="1"/>
          <p:nvPr/>
        </p:nvSpPr>
        <p:spPr>
          <a:xfrm>
            <a:off x="1460392" y="3131092"/>
            <a:ext cx="8510325" cy="861774"/>
          </a:xfrm>
          <a:prstGeom prst="rect">
            <a:avLst/>
          </a:prstGeom>
          <a:noFill/>
        </p:spPr>
        <p:txBody>
          <a:bodyPr wrap="square" rtlCol="0">
            <a:spAutoFit/>
          </a:bodyPr>
          <a:lstStyle/>
          <a:p>
            <a:r>
              <a:rPr lang="en-PH" sz="2500" dirty="0">
                <a:solidFill>
                  <a:srgbClr val="7030A0"/>
                </a:solidFill>
                <a:latin typeface="Consolas" panose="020B0609020204030204" pitchFamily="49" charset="0"/>
              </a:rPr>
              <a:t>public</a:t>
            </a:r>
            <a:r>
              <a:rPr lang="en-PH" sz="2500" dirty="0">
                <a:solidFill>
                  <a:srgbClr val="00B0F0"/>
                </a:solidFill>
                <a:latin typeface="Consolas" panose="020B0609020204030204" pitchFamily="49" charset="0"/>
              </a:rPr>
              <a:t> void</a:t>
            </a:r>
            <a:r>
              <a:rPr lang="en-PH" sz="2500" dirty="0">
                <a:latin typeface="Consolas" panose="020B0609020204030204" pitchFamily="49" charset="0"/>
              </a:rPr>
              <a:t> </a:t>
            </a:r>
            <a:r>
              <a:rPr lang="en-PH" sz="2500" dirty="0" err="1">
                <a:solidFill>
                  <a:srgbClr val="0070C0"/>
                </a:solidFill>
                <a:latin typeface="Consolas" panose="020B0609020204030204" pitchFamily="49" charset="0"/>
              </a:rPr>
              <a:t>makeSound</a:t>
            </a:r>
            <a:r>
              <a:rPr lang="en-PH" sz="2500" dirty="0">
                <a:latin typeface="Consolas" panose="020B0609020204030204" pitchFamily="49" charset="0"/>
              </a:rPr>
              <a:t>(Dog d)</a:t>
            </a:r>
            <a:r>
              <a:rPr lang="en-PH" sz="2500" dirty="0">
                <a:solidFill>
                  <a:srgbClr val="0070C0"/>
                </a:solidFill>
                <a:latin typeface="Consolas" panose="020B0609020204030204" pitchFamily="49" charset="0"/>
              </a:rPr>
              <a:t> </a:t>
            </a:r>
            <a:r>
              <a:rPr lang="en-PH" sz="2500" dirty="0">
                <a:latin typeface="Consolas" panose="020B0609020204030204" pitchFamily="49" charset="0"/>
              </a:rPr>
              <a:t>{“Meow and woof”};</a:t>
            </a:r>
          </a:p>
          <a:p>
            <a:endParaRPr lang="en-PH" sz="2500" dirty="0"/>
          </a:p>
        </p:txBody>
      </p:sp>
      <p:sp>
        <p:nvSpPr>
          <p:cNvPr id="19" name="TextBox 18">
            <a:extLst>
              <a:ext uri="{FF2B5EF4-FFF2-40B4-BE49-F238E27FC236}">
                <a16:creationId xmlns:a16="http://schemas.microsoft.com/office/drawing/2014/main" id="{B592C48A-7A3C-5DAF-444E-A3F0859F33A6}"/>
              </a:ext>
            </a:extLst>
          </p:cNvPr>
          <p:cNvSpPr txBox="1"/>
          <p:nvPr/>
        </p:nvSpPr>
        <p:spPr>
          <a:xfrm>
            <a:off x="1084612" y="3624079"/>
            <a:ext cx="375781" cy="477054"/>
          </a:xfrm>
          <a:prstGeom prst="rect">
            <a:avLst/>
          </a:prstGeom>
          <a:noFill/>
        </p:spPr>
        <p:txBody>
          <a:bodyPr wrap="square" rtlCol="0">
            <a:spAutoFit/>
          </a:bodyPr>
          <a:lstStyle/>
          <a:p>
            <a:r>
              <a:rPr lang="en-PH" sz="2500" dirty="0">
                <a:latin typeface="Consolas" panose="020B0609020204030204" pitchFamily="49" charset="0"/>
              </a:rPr>
              <a:t>}</a:t>
            </a:r>
            <a:endParaRPr lang="en-PH" sz="2500" dirty="0"/>
          </a:p>
        </p:txBody>
      </p:sp>
      <p:sp>
        <p:nvSpPr>
          <p:cNvPr id="23" name="TextBox 22">
            <a:extLst>
              <a:ext uri="{FF2B5EF4-FFF2-40B4-BE49-F238E27FC236}">
                <a16:creationId xmlns:a16="http://schemas.microsoft.com/office/drawing/2014/main" id="{3858840B-D3B7-7210-A0B4-8C715FA5572F}"/>
              </a:ext>
            </a:extLst>
          </p:cNvPr>
          <p:cNvSpPr txBox="1"/>
          <p:nvPr/>
        </p:nvSpPr>
        <p:spPr>
          <a:xfrm>
            <a:off x="1084612" y="4319796"/>
            <a:ext cx="6498919" cy="477054"/>
          </a:xfrm>
          <a:prstGeom prst="rect">
            <a:avLst/>
          </a:prstGeom>
          <a:noFill/>
        </p:spPr>
        <p:txBody>
          <a:bodyPr wrap="square" rtlCol="0">
            <a:spAutoFit/>
          </a:bodyPr>
          <a:lstStyle/>
          <a:p>
            <a:r>
              <a:rPr lang="en-PH" sz="2500" dirty="0">
                <a:solidFill>
                  <a:srgbClr val="7030A0"/>
                </a:solidFill>
                <a:latin typeface="Consolas" panose="020B0609020204030204" pitchFamily="49" charset="0"/>
              </a:rPr>
              <a:t>public class </a:t>
            </a:r>
            <a:r>
              <a:rPr lang="en-PH" sz="2500" dirty="0">
                <a:solidFill>
                  <a:srgbClr val="0070C0"/>
                </a:solidFill>
                <a:latin typeface="Consolas" panose="020B0609020204030204" pitchFamily="49" charset="0"/>
              </a:rPr>
              <a:t>Dog</a:t>
            </a:r>
            <a:r>
              <a:rPr lang="en-PH" sz="2500" dirty="0">
                <a:solidFill>
                  <a:srgbClr val="7030A0"/>
                </a:solidFill>
                <a:latin typeface="Consolas" panose="020B0609020204030204" pitchFamily="49" charset="0"/>
              </a:rPr>
              <a:t> implements </a:t>
            </a:r>
            <a:r>
              <a:rPr lang="en-PH" sz="2500" dirty="0">
                <a:solidFill>
                  <a:srgbClr val="0070C0"/>
                </a:solidFill>
                <a:latin typeface="Consolas" panose="020B0609020204030204" pitchFamily="49" charset="0"/>
              </a:rPr>
              <a:t>Animal</a:t>
            </a:r>
            <a:r>
              <a:rPr lang="en-PH" sz="2500" dirty="0">
                <a:solidFill>
                  <a:srgbClr val="7030A0"/>
                </a:solidFill>
                <a:latin typeface="Consolas" panose="020B0609020204030204" pitchFamily="49" charset="0"/>
              </a:rPr>
              <a:t> </a:t>
            </a:r>
            <a:r>
              <a:rPr lang="en-PH" sz="2500" dirty="0">
                <a:latin typeface="Consolas" panose="020B0609020204030204" pitchFamily="49" charset="0"/>
              </a:rPr>
              <a:t>{</a:t>
            </a:r>
            <a:endParaRPr lang="en-PH" sz="2500" dirty="0"/>
          </a:p>
        </p:txBody>
      </p:sp>
      <p:sp>
        <p:nvSpPr>
          <p:cNvPr id="24" name="TextBox 23">
            <a:extLst>
              <a:ext uri="{FF2B5EF4-FFF2-40B4-BE49-F238E27FC236}">
                <a16:creationId xmlns:a16="http://schemas.microsoft.com/office/drawing/2014/main" id="{7D954560-1E20-73C3-09DA-8F9348AAF3B9}"/>
              </a:ext>
            </a:extLst>
          </p:cNvPr>
          <p:cNvSpPr txBox="1"/>
          <p:nvPr/>
        </p:nvSpPr>
        <p:spPr>
          <a:xfrm>
            <a:off x="1460392" y="4949839"/>
            <a:ext cx="8654375" cy="861774"/>
          </a:xfrm>
          <a:prstGeom prst="rect">
            <a:avLst/>
          </a:prstGeom>
          <a:noFill/>
        </p:spPr>
        <p:txBody>
          <a:bodyPr wrap="square" rtlCol="0">
            <a:spAutoFit/>
          </a:bodyPr>
          <a:lstStyle/>
          <a:p>
            <a:r>
              <a:rPr lang="en-PH" sz="2500" dirty="0">
                <a:solidFill>
                  <a:srgbClr val="7030A0"/>
                </a:solidFill>
                <a:latin typeface="Consolas" panose="020B0609020204030204" pitchFamily="49" charset="0"/>
              </a:rPr>
              <a:t>public</a:t>
            </a:r>
            <a:r>
              <a:rPr lang="en-PH" sz="2500" dirty="0">
                <a:solidFill>
                  <a:srgbClr val="00B0F0"/>
                </a:solidFill>
                <a:latin typeface="Consolas" panose="020B0609020204030204" pitchFamily="49" charset="0"/>
              </a:rPr>
              <a:t> void</a:t>
            </a:r>
            <a:r>
              <a:rPr lang="en-PH" sz="2500" dirty="0">
                <a:latin typeface="Consolas" panose="020B0609020204030204" pitchFamily="49" charset="0"/>
              </a:rPr>
              <a:t> </a:t>
            </a:r>
            <a:r>
              <a:rPr lang="en-PH" sz="2500" dirty="0" err="1">
                <a:solidFill>
                  <a:srgbClr val="0070C0"/>
                </a:solidFill>
                <a:latin typeface="Consolas" panose="020B0609020204030204" pitchFamily="49" charset="0"/>
              </a:rPr>
              <a:t>makeSound</a:t>
            </a:r>
            <a:r>
              <a:rPr lang="en-PH" sz="2500" dirty="0">
                <a:latin typeface="Consolas" panose="020B0609020204030204" pitchFamily="49" charset="0"/>
              </a:rPr>
              <a:t>(Cat c)</a:t>
            </a:r>
            <a:r>
              <a:rPr lang="en-PH" sz="2500" dirty="0">
                <a:solidFill>
                  <a:srgbClr val="0070C0"/>
                </a:solidFill>
                <a:latin typeface="Consolas" panose="020B0609020204030204" pitchFamily="49" charset="0"/>
              </a:rPr>
              <a:t> </a:t>
            </a:r>
            <a:r>
              <a:rPr lang="en-PH" sz="2500" dirty="0">
                <a:latin typeface="Consolas" panose="020B0609020204030204" pitchFamily="49" charset="0"/>
              </a:rPr>
              <a:t>{“Woof and Meow”};</a:t>
            </a:r>
          </a:p>
          <a:p>
            <a:endParaRPr lang="en-PH" sz="2500" dirty="0"/>
          </a:p>
        </p:txBody>
      </p:sp>
      <p:sp>
        <p:nvSpPr>
          <p:cNvPr id="25" name="TextBox 24">
            <a:extLst>
              <a:ext uri="{FF2B5EF4-FFF2-40B4-BE49-F238E27FC236}">
                <a16:creationId xmlns:a16="http://schemas.microsoft.com/office/drawing/2014/main" id="{A82B8958-AFCB-0AD6-0391-7F291F568D65}"/>
              </a:ext>
            </a:extLst>
          </p:cNvPr>
          <p:cNvSpPr txBox="1"/>
          <p:nvPr/>
        </p:nvSpPr>
        <p:spPr>
          <a:xfrm>
            <a:off x="1084612" y="5442826"/>
            <a:ext cx="375781" cy="477054"/>
          </a:xfrm>
          <a:prstGeom prst="rect">
            <a:avLst/>
          </a:prstGeom>
          <a:noFill/>
        </p:spPr>
        <p:txBody>
          <a:bodyPr wrap="square" rtlCol="0">
            <a:spAutoFit/>
          </a:bodyPr>
          <a:lstStyle/>
          <a:p>
            <a:r>
              <a:rPr lang="en-PH" sz="2500" dirty="0">
                <a:latin typeface="Consolas" panose="020B0609020204030204" pitchFamily="49" charset="0"/>
              </a:rPr>
              <a:t>}</a:t>
            </a:r>
            <a:endParaRPr lang="en-PH" sz="2500" dirty="0"/>
          </a:p>
        </p:txBody>
      </p:sp>
    </p:spTree>
    <p:extLst>
      <p:ext uri="{BB962C8B-B14F-4D97-AF65-F5344CB8AC3E}">
        <p14:creationId xmlns:p14="http://schemas.microsoft.com/office/powerpoint/2010/main" val="9089979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randombar(horizontal)">
                                      <p:cBhvr>
                                        <p:cTn id="7" dur="500"/>
                                        <p:tgtEl>
                                          <p:spTgt spid="13"/>
                                        </p:tgtEl>
                                      </p:cBhvr>
                                    </p:animEffect>
                                  </p:childTnLst>
                                </p:cTn>
                              </p:par>
                              <p:par>
                                <p:cTn id="8" presetID="42" presetClass="entr" presetSubtype="0" fill="hold" grpId="0"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1000"/>
                                        <p:tgtEl>
                                          <p:spTgt spid="15"/>
                                        </p:tgtEl>
                                      </p:cBhvr>
                                    </p:animEffect>
                                    <p:anim calcmode="lin" valueType="num">
                                      <p:cBhvr>
                                        <p:cTn id="11" dur="1000" fill="hold"/>
                                        <p:tgtEl>
                                          <p:spTgt spid="15"/>
                                        </p:tgtEl>
                                        <p:attrNameLst>
                                          <p:attrName>ppt_x</p:attrName>
                                        </p:attrNameLst>
                                      </p:cBhvr>
                                      <p:tavLst>
                                        <p:tav tm="0">
                                          <p:val>
                                            <p:strVal val="#ppt_x"/>
                                          </p:val>
                                        </p:tav>
                                        <p:tav tm="100000">
                                          <p:val>
                                            <p:strVal val="#ppt_x"/>
                                          </p:val>
                                        </p:tav>
                                      </p:tavLst>
                                    </p:anim>
                                    <p:anim calcmode="lin" valueType="num">
                                      <p:cBhvr>
                                        <p:cTn id="12"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1000"/>
                                        <p:tgtEl>
                                          <p:spTgt spid="14"/>
                                        </p:tgtEl>
                                      </p:cBhvr>
                                    </p:animEffect>
                                    <p:anim calcmode="lin" valueType="num">
                                      <p:cBhvr>
                                        <p:cTn id="18" dur="1000" fill="hold"/>
                                        <p:tgtEl>
                                          <p:spTgt spid="14"/>
                                        </p:tgtEl>
                                        <p:attrNameLst>
                                          <p:attrName>ppt_x</p:attrName>
                                        </p:attrNameLst>
                                      </p:cBhvr>
                                      <p:tavLst>
                                        <p:tav tm="0">
                                          <p:val>
                                            <p:strVal val="#ppt_x"/>
                                          </p:val>
                                        </p:tav>
                                        <p:tav tm="100000">
                                          <p:val>
                                            <p:strVal val="#ppt_x"/>
                                          </p:val>
                                        </p:tav>
                                      </p:tavLst>
                                    </p:anim>
                                    <p:anim calcmode="lin" valueType="num">
                                      <p:cBhvr>
                                        <p:cTn id="19"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14" presetClass="entr" presetSubtype="10" fill="hold" grpId="0" nodeType="click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randombar(horizontal)">
                                      <p:cBhvr>
                                        <p:cTn id="24" dur="500"/>
                                        <p:tgtEl>
                                          <p:spTgt spid="17"/>
                                        </p:tgtEl>
                                      </p:cBhvr>
                                    </p:animEffect>
                                  </p:childTnLst>
                                </p:cTn>
                              </p:par>
                              <p:par>
                                <p:cTn id="25" presetID="42" presetClass="entr" presetSubtype="0" fill="hold" grpId="0" nodeType="withEffect">
                                  <p:stCondLst>
                                    <p:cond delay="0"/>
                                  </p:stCondLst>
                                  <p:childTnLst>
                                    <p:set>
                                      <p:cBhvr>
                                        <p:cTn id="26" dur="1" fill="hold">
                                          <p:stCondLst>
                                            <p:cond delay="0"/>
                                          </p:stCondLst>
                                        </p:cTn>
                                        <p:tgtEl>
                                          <p:spTgt spid="19"/>
                                        </p:tgtEl>
                                        <p:attrNameLst>
                                          <p:attrName>style.visibility</p:attrName>
                                        </p:attrNameLst>
                                      </p:cBhvr>
                                      <p:to>
                                        <p:strVal val="visible"/>
                                      </p:to>
                                    </p:set>
                                    <p:animEffect transition="in" filter="fade">
                                      <p:cBhvr>
                                        <p:cTn id="27" dur="1000"/>
                                        <p:tgtEl>
                                          <p:spTgt spid="19"/>
                                        </p:tgtEl>
                                      </p:cBhvr>
                                    </p:animEffect>
                                    <p:anim calcmode="lin" valueType="num">
                                      <p:cBhvr>
                                        <p:cTn id="28" dur="1000" fill="hold"/>
                                        <p:tgtEl>
                                          <p:spTgt spid="19"/>
                                        </p:tgtEl>
                                        <p:attrNameLst>
                                          <p:attrName>ppt_x</p:attrName>
                                        </p:attrNameLst>
                                      </p:cBhvr>
                                      <p:tavLst>
                                        <p:tav tm="0">
                                          <p:val>
                                            <p:strVal val="#ppt_x"/>
                                          </p:val>
                                        </p:tav>
                                        <p:tav tm="100000">
                                          <p:val>
                                            <p:strVal val="#ppt_x"/>
                                          </p:val>
                                        </p:tav>
                                      </p:tavLst>
                                    </p:anim>
                                    <p:anim calcmode="lin" valueType="num">
                                      <p:cBhvr>
                                        <p:cTn id="29"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grpId="0" nodeType="clickEffect">
                                  <p:stCondLst>
                                    <p:cond delay="0"/>
                                  </p:stCondLst>
                                  <p:childTnLst>
                                    <p:set>
                                      <p:cBhvr>
                                        <p:cTn id="33" dur="1" fill="hold">
                                          <p:stCondLst>
                                            <p:cond delay="0"/>
                                          </p:stCondLst>
                                        </p:cTn>
                                        <p:tgtEl>
                                          <p:spTgt spid="18"/>
                                        </p:tgtEl>
                                        <p:attrNameLst>
                                          <p:attrName>style.visibility</p:attrName>
                                        </p:attrNameLst>
                                      </p:cBhvr>
                                      <p:to>
                                        <p:strVal val="visible"/>
                                      </p:to>
                                    </p:set>
                                    <p:animEffect transition="in" filter="fade">
                                      <p:cBhvr>
                                        <p:cTn id="34" dur="1000"/>
                                        <p:tgtEl>
                                          <p:spTgt spid="18"/>
                                        </p:tgtEl>
                                      </p:cBhvr>
                                    </p:animEffect>
                                    <p:anim calcmode="lin" valueType="num">
                                      <p:cBhvr>
                                        <p:cTn id="35" dur="1000" fill="hold"/>
                                        <p:tgtEl>
                                          <p:spTgt spid="18"/>
                                        </p:tgtEl>
                                        <p:attrNameLst>
                                          <p:attrName>ppt_x</p:attrName>
                                        </p:attrNameLst>
                                      </p:cBhvr>
                                      <p:tavLst>
                                        <p:tav tm="0">
                                          <p:val>
                                            <p:strVal val="#ppt_x"/>
                                          </p:val>
                                        </p:tav>
                                        <p:tav tm="100000">
                                          <p:val>
                                            <p:strVal val="#ppt_x"/>
                                          </p:val>
                                        </p:tav>
                                      </p:tavLst>
                                    </p:anim>
                                    <p:anim calcmode="lin" valueType="num">
                                      <p:cBhvr>
                                        <p:cTn id="36"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14" presetClass="entr" presetSubtype="10" fill="hold" grpId="0" nodeType="clickEffect">
                                  <p:stCondLst>
                                    <p:cond delay="0"/>
                                  </p:stCondLst>
                                  <p:childTnLst>
                                    <p:set>
                                      <p:cBhvr>
                                        <p:cTn id="40" dur="1" fill="hold">
                                          <p:stCondLst>
                                            <p:cond delay="0"/>
                                          </p:stCondLst>
                                        </p:cTn>
                                        <p:tgtEl>
                                          <p:spTgt spid="23"/>
                                        </p:tgtEl>
                                        <p:attrNameLst>
                                          <p:attrName>style.visibility</p:attrName>
                                        </p:attrNameLst>
                                      </p:cBhvr>
                                      <p:to>
                                        <p:strVal val="visible"/>
                                      </p:to>
                                    </p:set>
                                    <p:animEffect transition="in" filter="randombar(horizontal)">
                                      <p:cBhvr>
                                        <p:cTn id="41" dur="500"/>
                                        <p:tgtEl>
                                          <p:spTgt spid="23"/>
                                        </p:tgtEl>
                                      </p:cBhvr>
                                    </p:animEffect>
                                  </p:childTnLst>
                                </p:cTn>
                              </p:par>
                              <p:par>
                                <p:cTn id="42" presetID="42" presetClass="entr" presetSubtype="0" fill="hold" grpId="0" nodeType="withEffect">
                                  <p:stCondLst>
                                    <p:cond delay="0"/>
                                  </p:stCondLst>
                                  <p:childTnLst>
                                    <p:set>
                                      <p:cBhvr>
                                        <p:cTn id="43" dur="1" fill="hold">
                                          <p:stCondLst>
                                            <p:cond delay="0"/>
                                          </p:stCondLst>
                                        </p:cTn>
                                        <p:tgtEl>
                                          <p:spTgt spid="25"/>
                                        </p:tgtEl>
                                        <p:attrNameLst>
                                          <p:attrName>style.visibility</p:attrName>
                                        </p:attrNameLst>
                                      </p:cBhvr>
                                      <p:to>
                                        <p:strVal val="visible"/>
                                      </p:to>
                                    </p:set>
                                    <p:animEffect transition="in" filter="fade">
                                      <p:cBhvr>
                                        <p:cTn id="44" dur="1000"/>
                                        <p:tgtEl>
                                          <p:spTgt spid="25"/>
                                        </p:tgtEl>
                                      </p:cBhvr>
                                    </p:animEffect>
                                    <p:anim calcmode="lin" valueType="num">
                                      <p:cBhvr>
                                        <p:cTn id="45" dur="1000" fill="hold"/>
                                        <p:tgtEl>
                                          <p:spTgt spid="25"/>
                                        </p:tgtEl>
                                        <p:attrNameLst>
                                          <p:attrName>ppt_x</p:attrName>
                                        </p:attrNameLst>
                                      </p:cBhvr>
                                      <p:tavLst>
                                        <p:tav tm="0">
                                          <p:val>
                                            <p:strVal val="#ppt_x"/>
                                          </p:val>
                                        </p:tav>
                                        <p:tav tm="100000">
                                          <p:val>
                                            <p:strVal val="#ppt_x"/>
                                          </p:val>
                                        </p:tav>
                                      </p:tavLst>
                                    </p:anim>
                                    <p:anim calcmode="lin" valueType="num">
                                      <p:cBhvr>
                                        <p:cTn id="46" dur="1000" fill="hold"/>
                                        <p:tgtEl>
                                          <p:spTgt spid="25"/>
                                        </p:tgtEl>
                                        <p:attrNameLst>
                                          <p:attrName>ppt_y</p:attrName>
                                        </p:attrNameLst>
                                      </p:cBhvr>
                                      <p:tavLst>
                                        <p:tav tm="0">
                                          <p:val>
                                            <p:strVal val="#ppt_y+.1"/>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42" presetClass="entr" presetSubtype="0" fill="hold" grpId="0" nodeType="clickEffect">
                                  <p:stCondLst>
                                    <p:cond delay="0"/>
                                  </p:stCondLst>
                                  <p:childTnLst>
                                    <p:set>
                                      <p:cBhvr>
                                        <p:cTn id="50" dur="1" fill="hold">
                                          <p:stCondLst>
                                            <p:cond delay="0"/>
                                          </p:stCondLst>
                                        </p:cTn>
                                        <p:tgtEl>
                                          <p:spTgt spid="24"/>
                                        </p:tgtEl>
                                        <p:attrNameLst>
                                          <p:attrName>style.visibility</p:attrName>
                                        </p:attrNameLst>
                                      </p:cBhvr>
                                      <p:to>
                                        <p:strVal val="visible"/>
                                      </p:to>
                                    </p:set>
                                    <p:animEffect transition="in" filter="fade">
                                      <p:cBhvr>
                                        <p:cTn id="51" dur="1000"/>
                                        <p:tgtEl>
                                          <p:spTgt spid="24"/>
                                        </p:tgtEl>
                                      </p:cBhvr>
                                    </p:animEffect>
                                    <p:anim calcmode="lin" valueType="num">
                                      <p:cBhvr>
                                        <p:cTn id="52" dur="1000" fill="hold"/>
                                        <p:tgtEl>
                                          <p:spTgt spid="24"/>
                                        </p:tgtEl>
                                        <p:attrNameLst>
                                          <p:attrName>ppt_x</p:attrName>
                                        </p:attrNameLst>
                                      </p:cBhvr>
                                      <p:tavLst>
                                        <p:tav tm="0">
                                          <p:val>
                                            <p:strVal val="#ppt_x"/>
                                          </p:val>
                                        </p:tav>
                                        <p:tav tm="100000">
                                          <p:val>
                                            <p:strVal val="#ppt_x"/>
                                          </p:val>
                                        </p:tav>
                                      </p:tavLst>
                                    </p:anim>
                                    <p:anim calcmode="lin" valueType="num">
                                      <p:cBhvr>
                                        <p:cTn id="53" dur="1000" fill="hold"/>
                                        <p:tgtEl>
                                          <p:spTgt spid="2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15" grpId="0"/>
      <p:bldP spid="17" grpId="0"/>
      <p:bldP spid="18" grpId="0"/>
      <p:bldP spid="19" grpId="0"/>
      <p:bldP spid="23" grpId="0"/>
      <p:bldP spid="24" grpId="0"/>
      <p:bldP spid="25"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638E7DE1-45EE-476A-A474-0F3C264AEDA3}"/>
              </a:ext>
            </a:extLst>
          </p:cNvPr>
          <p:cNvSpPr>
            <a:spLocks noGrp="1"/>
          </p:cNvSpPr>
          <p:nvPr>
            <p:ph type="ftr" sz="quarter" idx="11"/>
          </p:nvPr>
        </p:nvSpPr>
        <p:spPr>
          <a:xfrm>
            <a:off x="0" y="6139541"/>
            <a:ext cx="12192000" cy="718459"/>
          </a:xfrm>
          <a:ln w="28575">
            <a:solidFill>
              <a:schemeClr val="accent5">
                <a:lumMod val="50000"/>
              </a:schemeClr>
            </a:solidFill>
          </a:ln>
        </p:spPr>
        <p:txBody>
          <a:bodyPr/>
          <a:lstStyle/>
          <a:p>
            <a:pPr algn="r"/>
            <a:r>
              <a:rPr lang="en-PH" b="1">
                <a:solidFill>
                  <a:schemeClr val="tx1"/>
                </a:solidFill>
              </a:rPr>
              <a:t>CCOBJPGL</a:t>
            </a:r>
            <a:endParaRPr lang="en-PH" dirty="0"/>
          </a:p>
        </p:txBody>
      </p:sp>
      <p:sp>
        <p:nvSpPr>
          <p:cNvPr id="13" name="TextBox 12">
            <a:extLst>
              <a:ext uri="{FF2B5EF4-FFF2-40B4-BE49-F238E27FC236}">
                <a16:creationId xmlns:a16="http://schemas.microsoft.com/office/drawing/2014/main" id="{823F581E-7388-8598-0E89-9E045382FCC6}"/>
              </a:ext>
            </a:extLst>
          </p:cNvPr>
          <p:cNvSpPr txBox="1"/>
          <p:nvPr/>
        </p:nvSpPr>
        <p:spPr>
          <a:xfrm>
            <a:off x="1084613" y="648847"/>
            <a:ext cx="8083138" cy="477054"/>
          </a:xfrm>
          <a:prstGeom prst="rect">
            <a:avLst/>
          </a:prstGeom>
          <a:noFill/>
        </p:spPr>
        <p:txBody>
          <a:bodyPr wrap="square" rtlCol="0">
            <a:spAutoFit/>
          </a:bodyPr>
          <a:lstStyle/>
          <a:p>
            <a:r>
              <a:rPr lang="en-PH" sz="2500" dirty="0">
                <a:solidFill>
                  <a:srgbClr val="7030A0"/>
                </a:solidFill>
                <a:latin typeface="Consolas" panose="020B0609020204030204" pitchFamily="49" charset="0"/>
              </a:rPr>
              <a:t>public static </a:t>
            </a:r>
            <a:r>
              <a:rPr lang="en-PH" sz="2500" dirty="0">
                <a:solidFill>
                  <a:srgbClr val="00B0F0"/>
                </a:solidFill>
                <a:latin typeface="Consolas" panose="020B0609020204030204" pitchFamily="49" charset="0"/>
              </a:rPr>
              <a:t>void</a:t>
            </a:r>
            <a:r>
              <a:rPr lang="en-PH" sz="2500" dirty="0">
                <a:solidFill>
                  <a:srgbClr val="7030A0"/>
                </a:solidFill>
                <a:latin typeface="Consolas" panose="020B0609020204030204" pitchFamily="49" charset="0"/>
              </a:rPr>
              <a:t> </a:t>
            </a:r>
            <a:r>
              <a:rPr lang="en-PH" sz="2500" dirty="0">
                <a:solidFill>
                  <a:srgbClr val="0070C0"/>
                </a:solidFill>
                <a:latin typeface="Consolas" panose="020B0609020204030204" pitchFamily="49" charset="0"/>
              </a:rPr>
              <a:t>main</a:t>
            </a:r>
            <a:r>
              <a:rPr lang="en-PH" sz="2500" dirty="0">
                <a:solidFill>
                  <a:srgbClr val="7030A0"/>
                </a:solidFill>
                <a:latin typeface="Consolas" panose="020B0609020204030204" pitchFamily="49" charset="0"/>
              </a:rPr>
              <a:t>() </a:t>
            </a:r>
            <a:r>
              <a:rPr lang="en-PH" sz="2500" dirty="0">
                <a:latin typeface="Consolas" panose="020B0609020204030204" pitchFamily="49" charset="0"/>
              </a:rPr>
              <a:t>{</a:t>
            </a:r>
            <a:endParaRPr lang="en-PH" sz="2500" dirty="0"/>
          </a:p>
        </p:txBody>
      </p:sp>
      <p:sp>
        <p:nvSpPr>
          <p:cNvPr id="14" name="TextBox 13">
            <a:extLst>
              <a:ext uri="{FF2B5EF4-FFF2-40B4-BE49-F238E27FC236}">
                <a16:creationId xmlns:a16="http://schemas.microsoft.com/office/drawing/2014/main" id="{217B4422-96B2-1807-56B1-1EC0A838FBC3}"/>
              </a:ext>
            </a:extLst>
          </p:cNvPr>
          <p:cNvSpPr txBox="1"/>
          <p:nvPr/>
        </p:nvSpPr>
        <p:spPr>
          <a:xfrm>
            <a:off x="1460394" y="1261826"/>
            <a:ext cx="6498920" cy="3170099"/>
          </a:xfrm>
          <a:prstGeom prst="rect">
            <a:avLst/>
          </a:prstGeom>
          <a:noFill/>
        </p:spPr>
        <p:txBody>
          <a:bodyPr wrap="square" rtlCol="0">
            <a:spAutoFit/>
          </a:bodyPr>
          <a:lstStyle/>
          <a:p>
            <a:r>
              <a:rPr lang="en-PH" sz="2500" dirty="0">
                <a:solidFill>
                  <a:srgbClr val="00B0F0"/>
                </a:solidFill>
                <a:latin typeface="Consolas" panose="020B0609020204030204" pitchFamily="49" charset="0"/>
              </a:rPr>
              <a:t>Animal dog </a:t>
            </a:r>
            <a:r>
              <a:rPr lang="en-PH" sz="2500" dirty="0">
                <a:latin typeface="Consolas" panose="020B0609020204030204" pitchFamily="49" charset="0"/>
              </a:rPr>
              <a:t>=</a:t>
            </a:r>
            <a:r>
              <a:rPr lang="en-PH" sz="2500" dirty="0">
                <a:solidFill>
                  <a:srgbClr val="00B0F0"/>
                </a:solidFill>
                <a:latin typeface="Consolas" panose="020B0609020204030204" pitchFamily="49" charset="0"/>
              </a:rPr>
              <a:t> new </a:t>
            </a:r>
            <a:r>
              <a:rPr lang="en-PH" sz="2500" dirty="0">
                <a:solidFill>
                  <a:srgbClr val="0070C0"/>
                </a:solidFill>
                <a:latin typeface="Consolas" panose="020B0609020204030204" pitchFamily="49" charset="0"/>
              </a:rPr>
              <a:t>Dog();</a:t>
            </a:r>
          </a:p>
          <a:p>
            <a:endParaRPr lang="en-PH" sz="2500" dirty="0">
              <a:solidFill>
                <a:srgbClr val="00B0F0"/>
              </a:solidFill>
              <a:latin typeface="Consolas" panose="020B0609020204030204" pitchFamily="49" charset="0"/>
            </a:endParaRPr>
          </a:p>
          <a:p>
            <a:r>
              <a:rPr lang="en-PH" sz="2500" dirty="0">
                <a:solidFill>
                  <a:srgbClr val="00B0F0"/>
                </a:solidFill>
                <a:latin typeface="Consolas" panose="020B0609020204030204" pitchFamily="49" charset="0"/>
              </a:rPr>
              <a:t>Animal cat </a:t>
            </a:r>
            <a:r>
              <a:rPr lang="en-PH" sz="2500" dirty="0">
                <a:latin typeface="Consolas" panose="020B0609020204030204" pitchFamily="49" charset="0"/>
              </a:rPr>
              <a:t>=</a:t>
            </a:r>
            <a:r>
              <a:rPr lang="en-PH" sz="2500" dirty="0">
                <a:solidFill>
                  <a:srgbClr val="00B0F0"/>
                </a:solidFill>
                <a:latin typeface="Consolas" panose="020B0609020204030204" pitchFamily="49" charset="0"/>
              </a:rPr>
              <a:t> new </a:t>
            </a:r>
            <a:r>
              <a:rPr lang="en-PH" sz="2500" dirty="0">
                <a:solidFill>
                  <a:srgbClr val="0070C0"/>
                </a:solidFill>
                <a:latin typeface="Consolas" panose="020B0609020204030204" pitchFamily="49" charset="0"/>
              </a:rPr>
              <a:t>Cat();</a:t>
            </a:r>
          </a:p>
          <a:p>
            <a:endParaRPr lang="en-PH" sz="2500" dirty="0">
              <a:latin typeface="Consolas" panose="020B0609020204030204" pitchFamily="49" charset="0"/>
            </a:endParaRPr>
          </a:p>
          <a:p>
            <a:r>
              <a:rPr lang="en-PH" sz="2500" dirty="0" err="1">
                <a:latin typeface="Consolas" panose="020B0609020204030204" pitchFamily="49" charset="0"/>
              </a:rPr>
              <a:t>dog.makeSound</a:t>
            </a:r>
            <a:r>
              <a:rPr lang="en-PH" sz="2500" dirty="0">
                <a:latin typeface="Consolas" panose="020B0609020204030204" pitchFamily="49" charset="0"/>
              </a:rPr>
              <a:t>(cat);</a:t>
            </a:r>
          </a:p>
          <a:p>
            <a:endParaRPr lang="en-PH" sz="2500" dirty="0">
              <a:latin typeface="Consolas" panose="020B0609020204030204" pitchFamily="49" charset="0"/>
            </a:endParaRPr>
          </a:p>
          <a:p>
            <a:r>
              <a:rPr lang="en-PH" sz="2500" dirty="0" err="1">
                <a:latin typeface="Consolas" panose="020B0609020204030204" pitchFamily="49" charset="0"/>
              </a:rPr>
              <a:t>cat.makeSound</a:t>
            </a:r>
            <a:r>
              <a:rPr lang="en-PH" sz="2500" dirty="0">
                <a:latin typeface="Consolas" panose="020B0609020204030204" pitchFamily="49" charset="0"/>
              </a:rPr>
              <a:t>(dog);</a:t>
            </a:r>
          </a:p>
          <a:p>
            <a:endParaRPr lang="en-PH" sz="2500" b="1" dirty="0"/>
          </a:p>
        </p:txBody>
      </p:sp>
      <p:sp>
        <p:nvSpPr>
          <p:cNvPr id="15" name="TextBox 14">
            <a:extLst>
              <a:ext uri="{FF2B5EF4-FFF2-40B4-BE49-F238E27FC236}">
                <a16:creationId xmlns:a16="http://schemas.microsoft.com/office/drawing/2014/main" id="{2AAC2F7B-74D4-9E79-6CDA-9F02901E1D1B}"/>
              </a:ext>
            </a:extLst>
          </p:cNvPr>
          <p:cNvSpPr txBox="1"/>
          <p:nvPr/>
        </p:nvSpPr>
        <p:spPr>
          <a:xfrm>
            <a:off x="1084613" y="4329323"/>
            <a:ext cx="375781" cy="477054"/>
          </a:xfrm>
          <a:prstGeom prst="rect">
            <a:avLst/>
          </a:prstGeom>
          <a:noFill/>
        </p:spPr>
        <p:txBody>
          <a:bodyPr wrap="square" rtlCol="0">
            <a:spAutoFit/>
          </a:bodyPr>
          <a:lstStyle/>
          <a:p>
            <a:r>
              <a:rPr lang="en-PH" sz="2500" dirty="0">
                <a:latin typeface="Consolas" panose="020B0609020204030204" pitchFamily="49" charset="0"/>
              </a:rPr>
              <a:t>}</a:t>
            </a:r>
            <a:endParaRPr lang="en-PH" sz="2500" dirty="0"/>
          </a:p>
        </p:txBody>
      </p:sp>
      <p:sp>
        <p:nvSpPr>
          <p:cNvPr id="26" name="TextBox 25">
            <a:extLst>
              <a:ext uri="{FF2B5EF4-FFF2-40B4-BE49-F238E27FC236}">
                <a16:creationId xmlns:a16="http://schemas.microsoft.com/office/drawing/2014/main" id="{3A5E0911-0A62-B42A-DB80-630A3B424A6B}"/>
              </a:ext>
            </a:extLst>
          </p:cNvPr>
          <p:cNvSpPr txBox="1"/>
          <p:nvPr/>
        </p:nvSpPr>
        <p:spPr>
          <a:xfrm>
            <a:off x="7421586" y="2833517"/>
            <a:ext cx="2854625" cy="477054"/>
          </a:xfrm>
          <a:prstGeom prst="rect">
            <a:avLst/>
          </a:prstGeom>
          <a:noFill/>
        </p:spPr>
        <p:txBody>
          <a:bodyPr wrap="square" rtlCol="0">
            <a:spAutoFit/>
          </a:bodyPr>
          <a:lstStyle/>
          <a:p>
            <a:r>
              <a:rPr lang="en-PH" sz="2500" b="1" dirty="0">
                <a:solidFill>
                  <a:srgbClr val="FF0000"/>
                </a:solidFill>
              </a:rPr>
              <a:t>Error!</a:t>
            </a:r>
          </a:p>
        </p:txBody>
      </p:sp>
      <p:sp>
        <p:nvSpPr>
          <p:cNvPr id="27" name="Arrow: Left 26">
            <a:extLst>
              <a:ext uri="{FF2B5EF4-FFF2-40B4-BE49-F238E27FC236}">
                <a16:creationId xmlns:a16="http://schemas.microsoft.com/office/drawing/2014/main" id="{C98E9276-DB80-1823-6BB8-8E62822BB536}"/>
              </a:ext>
            </a:extLst>
          </p:cNvPr>
          <p:cNvSpPr/>
          <p:nvPr/>
        </p:nvSpPr>
        <p:spPr>
          <a:xfrm>
            <a:off x="6096000" y="2825939"/>
            <a:ext cx="978408" cy="484632"/>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28" name="TextBox 27">
            <a:extLst>
              <a:ext uri="{FF2B5EF4-FFF2-40B4-BE49-F238E27FC236}">
                <a16:creationId xmlns:a16="http://schemas.microsoft.com/office/drawing/2014/main" id="{CCD5A7B9-1114-3D7E-371F-B14593B0CBAD}"/>
              </a:ext>
            </a:extLst>
          </p:cNvPr>
          <p:cNvSpPr txBox="1"/>
          <p:nvPr/>
        </p:nvSpPr>
        <p:spPr>
          <a:xfrm>
            <a:off x="7421586" y="3628932"/>
            <a:ext cx="2854625" cy="477054"/>
          </a:xfrm>
          <a:prstGeom prst="rect">
            <a:avLst/>
          </a:prstGeom>
          <a:noFill/>
        </p:spPr>
        <p:txBody>
          <a:bodyPr wrap="square" rtlCol="0">
            <a:spAutoFit/>
          </a:bodyPr>
          <a:lstStyle/>
          <a:p>
            <a:r>
              <a:rPr lang="en-PH" sz="2500" b="1" dirty="0">
                <a:solidFill>
                  <a:srgbClr val="FF0000"/>
                </a:solidFill>
              </a:rPr>
              <a:t>Error!</a:t>
            </a:r>
          </a:p>
        </p:txBody>
      </p:sp>
      <p:sp>
        <p:nvSpPr>
          <p:cNvPr id="29" name="Arrow: Left 28">
            <a:extLst>
              <a:ext uri="{FF2B5EF4-FFF2-40B4-BE49-F238E27FC236}">
                <a16:creationId xmlns:a16="http://schemas.microsoft.com/office/drawing/2014/main" id="{DD41FD74-7819-FBC6-2532-408E69580EE4}"/>
              </a:ext>
            </a:extLst>
          </p:cNvPr>
          <p:cNvSpPr/>
          <p:nvPr/>
        </p:nvSpPr>
        <p:spPr>
          <a:xfrm>
            <a:off x="6096000" y="3621354"/>
            <a:ext cx="978408" cy="484632"/>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Tree>
    <p:extLst>
      <p:ext uri="{BB962C8B-B14F-4D97-AF65-F5344CB8AC3E}">
        <p14:creationId xmlns:p14="http://schemas.microsoft.com/office/powerpoint/2010/main" val="34320667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randombar(horizontal)">
                                      <p:cBhvr>
                                        <p:cTn id="7" dur="500"/>
                                        <p:tgtEl>
                                          <p:spTgt spid="13"/>
                                        </p:tgtEl>
                                      </p:cBhvr>
                                    </p:animEffect>
                                  </p:childTnLst>
                                </p:cTn>
                              </p:par>
                              <p:par>
                                <p:cTn id="8" presetID="42" presetClass="entr" presetSubtype="0" fill="hold" grpId="0"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1000"/>
                                        <p:tgtEl>
                                          <p:spTgt spid="15"/>
                                        </p:tgtEl>
                                      </p:cBhvr>
                                    </p:animEffect>
                                    <p:anim calcmode="lin" valueType="num">
                                      <p:cBhvr>
                                        <p:cTn id="11" dur="1000" fill="hold"/>
                                        <p:tgtEl>
                                          <p:spTgt spid="15"/>
                                        </p:tgtEl>
                                        <p:attrNameLst>
                                          <p:attrName>ppt_x</p:attrName>
                                        </p:attrNameLst>
                                      </p:cBhvr>
                                      <p:tavLst>
                                        <p:tav tm="0">
                                          <p:val>
                                            <p:strVal val="#ppt_x"/>
                                          </p:val>
                                        </p:tav>
                                        <p:tav tm="100000">
                                          <p:val>
                                            <p:strVal val="#ppt_x"/>
                                          </p:val>
                                        </p:tav>
                                      </p:tavLst>
                                    </p:anim>
                                    <p:anim calcmode="lin" valueType="num">
                                      <p:cBhvr>
                                        <p:cTn id="12"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1000"/>
                                        <p:tgtEl>
                                          <p:spTgt spid="14"/>
                                        </p:tgtEl>
                                      </p:cBhvr>
                                    </p:animEffect>
                                    <p:anim calcmode="lin" valueType="num">
                                      <p:cBhvr>
                                        <p:cTn id="18" dur="1000" fill="hold"/>
                                        <p:tgtEl>
                                          <p:spTgt spid="14"/>
                                        </p:tgtEl>
                                        <p:attrNameLst>
                                          <p:attrName>ppt_x</p:attrName>
                                        </p:attrNameLst>
                                      </p:cBhvr>
                                      <p:tavLst>
                                        <p:tav tm="0">
                                          <p:val>
                                            <p:strVal val="#ppt_x"/>
                                          </p:val>
                                        </p:tav>
                                        <p:tav tm="100000">
                                          <p:val>
                                            <p:strVal val="#ppt_x"/>
                                          </p:val>
                                        </p:tav>
                                      </p:tavLst>
                                    </p:anim>
                                    <p:anim calcmode="lin" valueType="num">
                                      <p:cBhvr>
                                        <p:cTn id="19"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14" presetClass="entr" presetSubtype="10" fill="hold" grpId="0" nodeType="clickEffect">
                                  <p:stCondLst>
                                    <p:cond delay="0"/>
                                  </p:stCondLst>
                                  <p:childTnLst>
                                    <p:set>
                                      <p:cBhvr>
                                        <p:cTn id="23" dur="1" fill="hold">
                                          <p:stCondLst>
                                            <p:cond delay="0"/>
                                          </p:stCondLst>
                                        </p:cTn>
                                        <p:tgtEl>
                                          <p:spTgt spid="27"/>
                                        </p:tgtEl>
                                        <p:attrNameLst>
                                          <p:attrName>style.visibility</p:attrName>
                                        </p:attrNameLst>
                                      </p:cBhvr>
                                      <p:to>
                                        <p:strVal val="visible"/>
                                      </p:to>
                                    </p:set>
                                    <p:animEffect transition="in" filter="randombar(horizontal)">
                                      <p:cBhvr>
                                        <p:cTn id="24" dur="500"/>
                                        <p:tgtEl>
                                          <p:spTgt spid="27"/>
                                        </p:tgtEl>
                                      </p:cBhvr>
                                    </p:animEffect>
                                  </p:childTnLst>
                                </p:cTn>
                              </p:par>
                              <p:par>
                                <p:cTn id="25" presetID="14" presetClass="entr" presetSubtype="10" fill="hold" grpId="0" nodeType="with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randombar(horizontal)">
                                      <p:cBhvr>
                                        <p:cTn id="27" dur="500"/>
                                        <p:tgtEl>
                                          <p:spTgt spid="26"/>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9"/>
                                        </p:tgtEl>
                                        <p:attrNameLst>
                                          <p:attrName>style.visibility</p:attrName>
                                        </p:attrNameLst>
                                      </p:cBhvr>
                                      <p:to>
                                        <p:strVal val="visible"/>
                                      </p:to>
                                    </p:set>
                                    <p:animEffect transition="in" filter="randombar(horizontal)">
                                      <p:cBhvr>
                                        <p:cTn id="32" dur="500"/>
                                        <p:tgtEl>
                                          <p:spTgt spid="29"/>
                                        </p:tgtEl>
                                      </p:cBhvr>
                                    </p:animEffect>
                                  </p:childTnLst>
                                </p:cTn>
                              </p:par>
                              <p:par>
                                <p:cTn id="33" presetID="14" presetClass="entr" presetSubtype="10" fill="hold" grpId="0" nodeType="withEffect">
                                  <p:stCondLst>
                                    <p:cond delay="0"/>
                                  </p:stCondLst>
                                  <p:childTnLst>
                                    <p:set>
                                      <p:cBhvr>
                                        <p:cTn id="34" dur="1" fill="hold">
                                          <p:stCondLst>
                                            <p:cond delay="0"/>
                                          </p:stCondLst>
                                        </p:cTn>
                                        <p:tgtEl>
                                          <p:spTgt spid="28"/>
                                        </p:tgtEl>
                                        <p:attrNameLst>
                                          <p:attrName>style.visibility</p:attrName>
                                        </p:attrNameLst>
                                      </p:cBhvr>
                                      <p:to>
                                        <p:strVal val="visible"/>
                                      </p:to>
                                    </p:set>
                                    <p:animEffect transition="in" filter="randombar(horizontal)">
                                      <p:cBhvr>
                                        <p:cTn id="35"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15" grpId="0"/>
      <p:bldP spid="26" grpId="0"/>
      <p:bldP spid="27" grpId="0" animBg="1"/>
      <p:bldP spid="28" grpId="0"/>
      <p:bldP spid="29"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3DCE86-C2BA-4713-9E7A-73589E8D6CCF}"/>
              </a:ext>
            </a:extLst>
          </p:cNvPr>
          <p:cNvSpPr>
            <a:spLocks noGrp="1"/>
          </p:cNvSpPr>
          <p:nvPr>
            <p:ph type="ctrTitle"/>
          </p:nvPr>
        </p:nvSpPr>
        <p:spPr>
          <a:xfrm>
            <a:off x="1524000" y="497150"/>
            <a:ext cx="9144000" cy="718459"/>
          </a:xfrm>
        </p:spPr>
        <p:txBody>
          <a:bodyPr>
            <a:noAutofit/>
          </a:bodyPr>
          <a:lstStyle/>
          <a:p>
            <a:r>
              <a:rPr lang="en-US" sz="5400" b="1" i="0" dirty="0">
                <a:solidFill>
                  <a:srgbClr val="292929"/>
                </a:solidFill>
                <a:effectLst/>
                <a:latin typeface="Calibri Light (Headings)"/>
              </a:rPr>
              <a:t>When to use Visitor Pattern?</a:t>
            </a:r>
          </a:p>
        </p:txBody>
      </p:sp>
      <p:sp>
        <p:nvSpPr>
          <p:cNvPr id="4" name="Footer Placeholder 3">
            <a:extLst>
              <a:ext uri="{FF2B5EF4-FFF2-40B4-BE49-F238E27FC236}">
                <a16:creationId xmlns:a16="http://schemas.microsoft.com/office/drawing/2014/main" id="{638E7DE1-45EE-476A-A474-0F3C264AEDA3}"/>
              </a:ext>
            </a:extLst>
          </p:cNvPr>
          <p:cNvSpPr>
            <a:spLocks noGrp="1"/>
          </p:cNvSpPr>
          <p:nvPr>
            <p:ph type="ftr" sz="quarter" idx="11"/>
          </p:nvPr>
        </p:nvSpPr>
        <p:spPr>
          <a:xfrm>
            <a:off x="0" y="6139541"/>
            <a:ext cx="12192000" cy="718459"/>
          </a:xfrm>
          <a:ln w="28575">
            <a:solidFill>
              <a:schemeClr val="accent5">
                <a:lumMod val="50000"/>
              </a:schemeClr>
            </a:solidFill>
          </a:ln>
        </p:spPr>
        <p:txBody>
          <a:bodyPr/>
          <a:lstStyle/>
          <a:p>
            <a:pPr algn="r"/>
            <a:r>
              <a:rPr lang="en-PH" b="1">
                <a:solidFill>
                  <a:schemeClr val="tx1"/>
                </a:solidFill>
              </a:rPr>
              <a:t>CCOBJPGL</a:t>
            </a:r>
            <a:endParaRPr lang="en-PH" dirty="0"/>
          </a:p>
        </p:txBody>
      </p:sp>
      <p:sp>
        <p:nvSpPr>
          <p:cNvPr id="5" name="Title 1">
            <a:extLst>
              <a:ext uri="{FF2B5EF4-FFF2-40B4-BE49-F238E27FC236}">
                <a16:creationId xmlns:a16="http://schemas.microsoft.com/office/drawing/2014/main" id="{3444037F-B658-D82C-5DCA-53E8AA1493D7}"/>
              </a:ext>
            </a:extLst>
          </p:cNvPr>
          <p:cNvSpPr txBox="1">
            <a:spLocks/>
          </p:cNvSpPr>
          <p:nvPr/>
        </p:nvSpPr>
        <p:spPr>
          <a:xfrm>
            <a:off x="1524000" y="1516449"/>
            <a:ext cx="9144000" cy="4290585"/>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457200" indent="-457200" algn="l">
              <a:buFont typeface="+mj-lt"/>
              <a:buAutoNum type="arabicPeriod"/>
            </a:pPr>
            <a:r>
              <a:rPr lang="en-US" sz="2500" b="0" i="0" dirty="0">
                <a:solidFill>
                  <a:srgbClr val="292929"/>
                </a:solidFill>
                <a:effectLst/>
                <a:latin typeface="Calibri (Body)"/>
              </a:rPr>
              <a:t>When the elements are known in advance, but the operation can be extended. </a:t>
            </a:r>
          </a:p>
          <a:p>
            <a:pPr marL="457200" indent="-457200" algn="l">
              <a:buFont typeface="+mj-lt"/>
              <a:buAutoNum type="arabicPeriod"/>
            </a:pPr>
            <a:endParaRPr lang="en-US" sz="2500" b="0" i="0" dirty="0">
              <a:solidFill>
                <a:srgbClr val="292929"/>
              </a:solidFill>
              <a:effectLst/>
              <a:latin typeface="Calibri (Body)"/>
            </a:endParaRPr>
          </a:p>
          <a:p>
            <a:pPr marL="457200" indent="-457200" algn="l">
              <a:buFont typeface="+mj-lt"/>
              <a:buAutoNum type="arabicPeriod"/>
            </a:pPr>
            <a:r>
              <a:rPr lang="en-US" sz="2500" b="0" i="0" dirty="0">
                <a:solidFill>
                  <a:srgbClr val="292929"/>
                </a:solidFill>
                <a:effectLst/>
                <a:latin typeface="Calibri (Body)"/>
              </a:rPr>
              <a:t>When the type of the element and operation are not known during runtime, but the correct method needs to be invoked.</a:t>
            </a:r>
          </a:p>
          <a:p>
            <a:pPr marL="457200" indent="-457200" algn="l">
              <a:buFont typeface="+mj-lt"/>
              <a:buAutoNum type="arabicPeriod"/>
            </a:pPr>
            <a:endParaRPr lang="en-US" sz="2500" dirty="0">
              <a:solidFill>
                <a:srgbClr val="292929"/>
              </a:solidFill>
              <a:latin typeface="Calibri (Body)"/>
            </a:endParaRPr>
          </a:p>
          <a:p>
            <a:pPr marL="457200" indent="-457200" algn="l">
              <a:buFont typeface="+mj-lt"/>
              <a:buAutoNum type="arabicPeriod"/>
            </a:pPr>
            <a:endParaRPr lang="en-US" sz="2500" i="1" dirty="0">
              <a:solidFill>
                <a:srgbClr val="292929"/>
              </a:solidFill>
              <a:latin typeface="Calibri (Body)"/>
            </a:endParaRPr>
          </a:p>
          <a:p>
            <a:pPr marL="457200" indent="-457200" algn="l">
              <a:buFont typeface="+mj-lt"/>
              <a:buAutoNum type="arabicPeriod"/>
            </a:pPr>
            <a:endParaRPr lang="en-US" sz="2500" i="1" dirty="0">
              <a:solidFill>
                <a:srgbClr val="292929"/>
              </a:solidFill>
              <a:latin typeface="Calibri (Body)"/>
            </a:endParaRPr>
          </a:p>
          <a:p>
            <a:pPr marL="457200" indent="-457200" algn="l">
              <a:buFont typeface="+mj-lt"/>
              <a:buAutoNum type="arabicPeriod"/>
            </a:pPr>
            <a:endParaRPr lang="en-US" sz="2500" b="0" i="1" dirty="0">
              <a:solidFill>
                <a:srgbClr val="292929"/>
              </a:solidFill>
              <a:effectLst/>
              <a:latin typeface="Calibri (Body)"/>
            </a:endParaRPr>
          </a:p>
          <a:p>
            <a:pPr marL="457200" indent="-457200" algn="l">
              <a:buFont typeface="+mj-lt"/>
              <a:buAutoNum type="arabicPeriod"/>
            </a:pPr>
            <a:endParaRPr lang="en-US" sz="2500" b="0" i="0" dirty="0">
              <a:solidFill>
                <a:srgbClr val="292929"/>
              </a:solidFill>
              <a:effectLst/>
              <a:latin typeface="Calibri (Body)"/>
            </a:endParaRPr>
          </a:p>
          <a:p>
            <a:br>
              <a:rPr lang="en-US" sz="2500" b="0" i="0" dirty="0">
                <a:effectLst/>
                <a:latin typeface="Calibri (Body)"/>
              </a:rPr>
            </a:br>
            <a:endParaRPr lang="en-US" sz="2500" dirty="0">
              <a:latin typeface="Calibri (Body)"/>
            </a:endParaRPr>
          </a:p>
        </p:txBody>
      </p:sp>
    </p:spTree>
    <p:extLst>
      <p:ext uri="{BB962C8B-B14F-4D97-AF65-F5344CB8AC3E}">
        <p14:creationId xmlns:p14="http://schemas.microsoft.com/office/powerpoint/2010/main" val="11228110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BE22A5FA3A2044CB9CD88DCBEA97603" ma:contentTypeVersion="14" ma:contentTypeDescription="Create a new document." ma:contentTypeScope="" ma:versionID="add9614137543b78dcbd012fba14612c">
  <xsd:schema xmlns:xsd="http://www.w3.org/2001/XMLSchema" xmlns:xs="http://www.w3.org/2001/XMLSchema" xmlns:p="http://schemas.microsoft.com/office/2006/metadata/properties" xmlns:ns2="9a780629-4d19-4bb9-9056-9a589cd4d271" xmlns:ns3="6de439ce-b7a3-4fe1-9235-7bacf5677901" targetNamespace="http://schemas.microsoft.com/office/2006/metadata/properties" ma:root="true" ma:fieldsID="ff15d42874a67466ae73f4094a57046d" ns2:_="" ns3:_="">
    <xsd:import namespace="9a780629-4d19-4bb9-9056-9a589cd4d271"/>
    <xsd:import namespace="6de439ce-b7a3-4fe1-9235-7bacf5677901"/>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3:SharedWithUsers" minOccurs="0"/>
                <xsd:element ref="ns3:SharedWithDetails" minOccurs="0"/>
                <xsd:element ref="ns2:MediaLengthInSecond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a780629-4d19-4bb9-9056-9a589cd4d27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lcf76f155ced4ddcb4097134ff3c332f" ma:index="12" nillable="true" ma:taxonomy="true" ma:internalName="lcf76f155ced4ddcb4097134ff3c332f" ma:taxonomyFieldName="MediaServiceImageTags" ma:displayName="Image Tags" ma:readOnly="false" ma:fieldId="{5cf76f15-5ced-4ddc-b409-7134ff3c332f}" ma:taxonomyMulti="true" ma:sspId="0475df7c-731a-48f9-b587-d0ce67fd3439" ma:termSetId="09814cd3-568e-fe90-9814-8d621ff8fb84" ma:anchorId="fba54fb3-c3e1-fe81-a776-ca4b69148c4d" ma:open="true" ma:isKeyword="false">
      <xsd:complexType>
        <xsd:sequence>
          <xsd:element ref="pc:Terms" minOccurs="0" maxOccurs="1"/>
        </xsd:sequence>
      </xsd:complex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element name="MediaServiceSearchProperties" ma:index="21"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de439ce-b7a3-4fe1-9235-7bacf5677901" elementFormDefault="qualified">
    <xsd:import namespace="http://schemas.microsoft.com/office/2006/documentManagement/types"/>
    <xsd:import namespace="http://schemas.microsoft.com/office/infopath/2007/PartnerControls"/>
    <xsd:element name="TaxCatchAll" ma:index="13" nillable="true" ma:displayName="Taxonomy Catch All Column" ma:hidden="true" ma:list="{7220bbd5-5dd0-4cc5-8ff1-a93b22e2889e}" ma:internalName="TaxCatchAll" ma:showField="CatchAllData" ma:web="6de439ce-b7a3-4fe1-9235-7bacf5677901">
      <xsd:complexType>
        <xsd:complexContent>
          <xsd:extension base="dms:MultiChoiceLookup">
            <xsd:sequence>
              <xsd:element name="Value" type="dms:Lookup" maxOccurs="unbounded" minOccurs="0" nillable="true"/>
            </xsd:sequence>
          </xsd:extension>
        </xsd:complexContent>
      </xsd:complexType>
    </xsd:element>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6de439ce-b7a3-4fe1-9235-7bacf5677901" xsi:nil="true"/>
    <lcf76f155ced4ddcb4097134ff3c332f xmlns="9a780629-4d19-4bb9-9056-9a589cd4d271">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CBF6E92E-2478-4B41-B0C4-E6EE371BD6F6}"/>
</file>

<file path=customXml/itemProps2.xml><?xml version="1.0" encoding="utf-8"?>
<ds:datastoreItem xmlns:ds="http://schemas.openxmlformats.org/officeDocument/2006/customXml" ds:itemID="{4AFF23BE-2E2B-436A-AF59-20C6691AE1C1}"/>
</file>

<file path=customXml/itemProps3.xml><?xml version="1.0" encoding="utf-8"?>
<ds:datastoreItem xmlns:ds="http://schemas.openxmlformats.org/officeDocument/2006/customXml" ds:itemID="{B9D8C430-A32E-4178-ABA1-8C633940CEE2}"/>
</file>

<file path=docProps/app.xml><?xml version="1.0" encoding="utf-8"?>
<Properties xmlns="http://schemas.openxmlformats.org/officeDocument/2006/extended-properties" xmlns:vt="http://schemas.openxmlformats.org/officeDocument/2006/docPropsVTypes">
  <Template>Retrospect</Template>
  <TotalTime>1299</TotalTime>
  <Words>805</Words>
  <Application>Microsoft Office PowerPoint</Application>
  <PresentationFormat>Widescreen</PresentationFormat>
  <Paragraphs>232</Paragraphs>
  <Slides>23</Slides>
  <Notes>23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23</vt:i4>
      </vt:variant>
    </vt:vector>
  </HeadingPairs>
  <TitlesOfParts>
    <vt:vector size="31" baseType="lpstr">
      <vt:lpstr>Arial</vt:lpstr>
      <vt:lpstr>Calibri</vt:lpstr>
      <vt:lpstr>Calibri (Body)</vt:lpstr>
      <vt:lpstr>Calibri Light</vt:lpstr>
      <vt:lpstr>Calibri Light (Headings)</vt:lpstr>
      <vt:lpstr>Consolas</vt:lpstr>
      <vt:lpstr>Wingdings</vt:lpstr>
      <vt:lpstr>Office Theme</vt:lpstr>
      <vt:lpstr>Abstraction</vt:lpstr>
      <vt:lpstr>What is Abstraction?</vt:lpstr>
      <vt:lpstr>Abstract Class</vt:lpstr>
      <vt:lpstr>Abstract Class and Method</vt:lpstr>
      <vt:lpstr>Interface</vt:lpstr>
      <vt:lpstr>Interface</vt:lpstr>
      <vt:lpstr>Interface</vt:lpstr>
      <vt:lpstr>The Visitor Design Pattern</vt:lpstr>
      <vt:lpstr>Outline</vt:lpstr>
      <vt:lpstr>What is it?</vt:lpstr>
      <vt:lpstr>PowerPoint Presentation</vt:lpstr>
      <vt:lpstr>Open-Closed Principle</vt:lpstr>
      <vt:lpstr>PowerPoint Presentation</vt:lpstr>
      <vt:lpstr>PowerPoint Presentation</vt:lpstr>
      <vt:lpstr>Single Dispatch vs Double Dispatch</vt:lpstr>
      <vt:lpstr>Single Dispatch vs Double Dispatch</vt:lpstr>
      <vt:lpstr>Single Dispatch Example</vt:lpstr>
      <vt:lpstr>PowerPoint Presentation</vt:lpstr>
      <vt:lpstr>PowerPoint Presentation</vt:lpstr>
      <vt:lpstr>Trying Double Dispatch</vt:lpstr>
      <vt:lpstr>PowerPoint Presentation</vt:lpstr>
      <vt:lpstr>PowerPoint Presentation</vt:lpstr>
      <vt:lpstr>When to use Visitor Pattern?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SLY Ponio</dc:creator>
  <cp:lastModifiedBy>Cyrus RJ W. Robles</cp:lastModifiedBy>
  <cp:revision>216</cp:revision>
  <dcterms:created xsi:type="dcterms:W3CDTF">2022-05-11T03:47:05Z</dcterms:created>
  <dcterms:modified xsi:type="dcterms:W3CDTF">2024-04-18T03:29:15Z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0x0101000BE22A5FA3A2044CB9CD88DCBEA97603</vt:lpwstr>
  </property>
</Properties>
</file>