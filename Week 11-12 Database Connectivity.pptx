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5"/>
  </p:notesMasterIdLst>
  <p:sldIdLst>
    <p:sldId id="292" r:id="rId5"/>
    <p:sldId id="295" r:id="rId6"/>
    <p:sldId id="296" r:id="rId7"/>
    <p:sldId id="297" r:id="rId8"/>
    <p:sldId id="298" r:id="rId9"/>
    <p:sldId id="299" r:id="rId10"/>
    <p:sldId id="300" r:id="rId11"/>
    <p:sldId id="301" r:id="rId12"/>
    <p:sldId id="302" r:id="rId13"/>
    <p:sldId id="303" r:id="rId14"/>
    <p:sldId id="304" r:id="rId15"/>
    <p:sldId id="305" r:id="rId16"/>
    <p:sldId id="306" r:id="rId17"/>
    <p:sldId id="307" r:id="rId18"/>
    <p:sldId id="308" r:id="rId19"/>
    <p:sldId id="309" r:id="rId20"/>
    <p:sldId id="313" r:id="rId21"/>
    <p:sldId id="311" r:id="rId22"/>
    <p:sldId id="312" r:id="rId23"/>
    <p:sldId id="291"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2CC"/>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6D805-BD17-429D-50F1-53F8B0DC073D}" v="5" dt="2024-06-13T11:38:20.9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yrus RJ W. Robles" userId="S::cwrobles@national-u.edu.ph::ef80cec1-d2af-415e-85d5-d953215f3af8" providerId="AD" clId="Web-{E431500E-AACF-4619-95D3-343F8FD83F24}"/>
    <pc:docChg chg="delSld">
      <pc:chgData name="Cyrus RJ W. Robles" userId="S::cwrobles@national-u.edu.ph::ef80cec1-d2af-415e-85d5-d953215f3af8" providerId="AD" clId="Web-{E431500E-AACF-4619-95D3-343F8FD83F24}" dt="2024-06-02T15:31:00.778" v="0"/>
      <pc:docMkLst>
        <pc:docMk/>
      </pc:docMkLst>
      <pc:sldChg chg="del">
        <pc:chgData name="Cyrus RJ W. Robles" userId="S::cwrobles@national-u.edu.ph::ef80cec1-d2af-415e-85d5-d953215f3af8" providerId="AD" clId="Web-{E431500E-AACF-4619-95D3-343F8FD83F24}" dt="2024-06-02T15:31:00.778" v="0"/>
        <pc:sldMkLst>
          <pc:docMk/>
          <pc:sldMk cId="101315613" sldId="293"/>
        </pc:sldMkLst>
      </pc:sldChg>
    </pc:docChg>
  </pc:docChgLst>
  <pc:docChgLst>
    <pc:chgData name="Yu, Christy" userId="S::yucm@students.national-u.edu.ph::b8e59d52-f842-447e-81ab-838d73e1d10c" providerId="AD" clId="Web-{20FB02E0-2E9C-4949-9BA6-52331163E83F}"/>
    <pc:docChg chg="modSld">
      <pc:chgData name="Yu, Christy" userId="S::yucm@students.national-u.edu.ph::b8e59d52-f842-447e-81ab-838d73e1d10c" providerId="AD" clId="Web-{20FB02E0-2E9C-4949-9BA6-52331163E83F}" dt="2024-06-06T06:29:05.145" v="1" actId="20577"/>
      <pc:docMkLst>
        <pc:docMk/>
      </pc:docMkLst>
      <pc:sldChg chg="modSp">
        <pc:chgData name="Yu, Christy" userId="S::yucm@students.national-u.edu.ph::b8e59d52-f842-447e-81ab-838d73e1d10c" providerId="AD" clId="Web-{20FB02E0-2E9C-4949-9BA6-52331163E83F}" dt="2024-06-06T06:29:05.145" v="1" actId="20577"/>
        <pc:sldMkLst>
          <pc:docMk/>
          <pc:sldMk cId="2075132133" sldId="313"/>
        </pc:sldMkLst>
        <pc:spChg chg="mod">
          <ac:chgData name="Yu, Christy" userId="S::yucm@students.national-u.edu.ph::b8e59d52-f842-447e-81ab-838d73e1d10c" providerId="AD" clId="Web-{20FB02E0-2E9C-4949-9BA6-52331163E83F}" dt="2024-06-06T06:29:05.145" v="1" actId="20577"/>
          <ac:spMkLst>
            <pc:docMk/>
            <pc:sldMk cId="2075132133" sldId="313"/>
            <ac:spMk id="3" creationId="{B835997E-8306-958B-DBC4-3BB68F955854}"/>
          </ac:spMkLst>
        </pc:spChg>
      </pc:sldChg>
    </pc:docChg>
  </pc:docChgLst>
  <pc:docChgLst>
    <pc:chgData name="Maaya, Minierva" userId="S::maayamb@students.national-u.edu.ph::8981b061-fda1-43d9-8b8f-d4ad5050300b" providerId="AD" clId="Web-{CD0586E1-840D-DA23-1BB9-AAF735D6FA58}"/>
    <pc:docChg chg="modSld">
      <pc:chgData name="Maaya, Minierva" userId="S::maayamb@students.national-u.edu.ph::8981b061-fda1-43d9-8b8f-d4ad5050300b" providerId="AD" clId="Web-{CD0586E1-840D-DA23-1BB9-AAF735D6FA58}" dt="2024-06-06T02:46:48.924" v="4" actId="1076"/>
      <pc:docMkLst>
        <pc:docMk/>
      </pc:docMkLst>
      <pc:sldChg chg="modSp">
        <pc:chgData name="Maaya, Minierva" userId="S::maayamb@students.national-u.edu.ph::8981b061-fda1-43d9-8b8f-d4ad5050300b" providerId="AD" clId="Web-{CD0586E1-840D-DA23-1BB9-AAF735D6FA58}" dt="2024-06-06T02:45:33.406" v="3"/>
        <pc:sldMkLst>
          <pc:docMk/>
          <pc:sldMk cId="1191924827" sldId="302"/>
        </pc:sldMkLst>
        <pc:spChg chg="mod">
          <ac:chgData name="Maaya, Minierva" userId="S::maayamb@students.national-u.edu.ph::8981b061-fda1-43d9-8b8f-d4ad5050300b" providerId="AD" clId="Web-{CD0586E1-840D-DA23-1BB9-AAF735D6FA58}" dt="2024-06-06T02:38:09.253" v="0" actId="1076"/>
          <ac:spMkLst>
            <pc:docMk/>
            <pc:sldMk cId="1191924827" sldId="302"/>
            <ac:spMk id="3" creationId="{1752FE68-56AC-8872-921D-97013E35DD92}"/>
          </ac:spMkLst>
        </pc:spChg>
        <pc:picChg chg="mod modCrop">
          <ac:chgData name="Maaya, Minierva" userId="S::maayamb@students.national-u.edu.ph::8981b061-fda1-43d9-8b8f-d4ad5050300b" providerId="AD" clId="Web-{CD0586E1-840D-DA23-1BB9-AAF735D6FA58}" dt="2024-06-06T02:45:33.406" v="3"/>
          <ac:picMkLst>
            <pc:docMk/>
            <pc:sldMk cId="1191924827" sldId="302"/>
            <ac:picMk id="5" creationId="{EF055D82-9153-02D7-0F18-03B1A15DC893}"/>
          </ac:picMkLst>
        </pc:picChg>
      </pc:sldChg>
      <pc:sldChg chg="modSp">
        <pc:chgData name="Maaya, Minierva" userId="S::maayamb@students.national-u.edu.ph::8981b061-fda1-43d9-8b8f-d4ad5050300b" providerId="AD" clId="Web-{CD0586E1-840D-DA23-1BB9-AAF735D6FA58}" dt="2024-06-06T02:46:48.924" v="4" actId="1076"/>
        <pc:sldMkLst>
          <pc:docMk/>
          <pc:sldMk cId="2435652381" sldId="303"/>
        </pc:sldMkLst>
        <pc:picChg chg="mod">
          <ac:chgData name="Maaya, Minierva" userId="S::maayamb@students.national-u.edu.ph::8981b061-fda1-43d9-8b8f-d4ad5050300b" providerId="AD" clId="Web-{CD0586E1-840D-DA23-1BB9-AAF735D6FA58}" dt="2024-06-06T02:46:48.924" v="4" actId="1076"/>
          <ac:picMkLst>
            <pc:docMk/>
            <pc:sldMk cId="2435652381" sldId="303"/>
            <ac:picMk id="6" creationId="{1425DCCC-C4CD-BEF5-1C8E-30BA8201D23F}"/>
          </ac:picMkLst>
        </pc:picChg>
      </pc:sldChg>
    </pc:docChg>
  </pc:docChgLst>
  <pc:docChgLst>
    <pc:chgData name="Bulatao, Vince Harvey" userId="S::bulataovm@students.national-u.edu.ph::3d4b06d5-bbe6-4529-bf26-0ca0953eb8e9" providerId="AD" clId="Web-{3A60500F-432E-4707-99F6-96380E515A54}"/>
    <pc:docChg chg="delSld">
      <pc:chgData name="Bulatao, Vince Harvey" userId="S::bulataovm@students.national-u.edu.ph::3d4b06d5-bbe6-4529-bf26-0ca0953eb8e9" providerId="AD" clId="Web-{3A60500F-432E-4707-99F6-96380E515A54}" dt="2024-06-06T06:23:03.189" v="0"/>
      <pc:docMkLst>
        <pc:docMk/>
      </pc:docMkLst>
      <pc:sldChg chg="del">
        <pc:chgData name="Bulatao, Vince Harvey" userId="S::bulataovm@students.national-u.edu.ph::3d4b06d5-bbe6-4529-bf26-0ca0953eb8e9" providerId="AD" clId="Web-{3A60500F-432E-4707-99F6-96380E515A54}" dt="2024-06-06T06:23:03.189" v="0"/>
        <pc:sldMkLst>
          <pc:docMk/>
          <pc:sldMk cId="2075132133" sldId="313"/>
        </pc:sldMkLst>
      </pc:sldChg>
    </pc:docChg>
  </pc:docChgLst>
  <pc:docChgLst>
    <pc:chgData name="Pagarigan, Dan Harold" userId="S::pagarigandm@students.national-u.edu.ph::d9c1923c-33f2-4817-99ef-fb3a43c70e82" providerId="AD" clId="Web-{1616D805-BD17-429D-50F1-53F8B0DC073D}"/>
    <pc:docChg chg="modSld">
      <pc:chgData name="Pagarigan, Dan Harold" userId="S::pagarigandm@students.national-u.edu.ph::d9c1923c-33f2-4817-99ef-fb3a43c70e82" providerId="AD" clId="Web-{1616D805-BD17-429D-50F1-53F8B0DC073D}" dt="2024-06-13T11:38:20.907" v="4" actId="1076"/>
      <pc:docMkLst>
        <pc:docMk/>
      </pc:docMkLst>
      <pc:sldChg chg="modSp">
        <pc:chgData name="Pagarigan, Dan Harold" userId="S::pagarigandm@students.national-u.edu.ph::d9c1923c-33f2-4817-99ef-fb3a43c70e82" providerId="AD" clId="Web-{1616D805-BD17-429D-50F1-53F8B0DC073D}" dt="2024-06-13T11:38:20.907" v="4" actId="1076"/>
        <pc:sldMkLst>
          <pc:docMk/>
          <pc:sldMk cId="653092328" sldId="312"/>
        </pc:sldMkLst>
        <pc:spChg chg="mod">
          <ac:chgData name="Pagarigan, Dan Harold" userId="S::pagarigandm@students.national-u.edu.ph::d9c1923c-33f2-4817-99ef-fb3a43c70e82" providerId="AD" clId="Web-{1616D805-BD17-429D-50F1-53F8B0DC073D}" dt="2024-06-13T11:38:20.907" v="4" actId="1076"/>
          <ac:spMkLst>
            <pc:docMk/>
            <pc:sldMk cId="653092328" sldId="312"/>
            <ac:spMk id="3" creationId="{FE421D11-C303-817C-5233-A8A9EC7648DD}"/>
          </ac:spMkLst>
        </pc:spChg>
      </pc:sldChg>
      <pc:sldChg chg="modSp">
        <pc:chgData name="Pagarigan, Dan Harold" userId="S::pagarigandm@students.national-u.edu.ph::d9c1923c-33f2-4817-99ef-fb3a43c70e82" providerId="AD" clId="Web-{1616D805-BD17-429D-50F1-53F8B0DC073D}" dt="2024-06-13T11:32:08.627" v="3" actId="20577"/>
        <pc:sldMkLst>
          <pc:docMk/>
          <pc:sldMk cId="2075132133" sldId="313"/>
        </pc:sldMkLst>
        <pc:spChg chg="mod">
          <ac:chgData name="Pagarigan, Dan Harold" userId="S::pagarigandm@students.national-u.edu.ph::d9c1923c-33f2-4817-99ef-fb3a43c70e82" providerId="AD" clId="Web-{1616D805-BD17-429D-50F1-53F8B0DC073D}" dt="2024-06-13T11:32:08.627" v="3" actId="20577"/>
          <ac:spMkLst>
            <pc:docMk/>
            <pc:sldMk cId="2075132133" sldId="313"/>
            <ac:spMk id="3" creationId="{B835997E-8306-958B-DBC4-3BB68F955854}"/>
          </ac:spMkLst>
        </pc:spChg>
      </pc:sldChg>
    </pc:docChg>
  </pc:docChgLst>
  <pc:docChgLst>
    <pc:chgData name="Dela Cruz, John Paul" userId="S::delacruzjps@students.national-u.edu.ph::50cda2a4-b67c-4120-a2d3-a158bfdc0e0b" providerId="AD" clId="Web-{39A78B44-29C0-06B9-3046-7004B81BCF62}"/>
    <pc:docChg chg="modSld">
      <pc:chgData name="Dela Cruz, John Paul" userId="S::delacruzjps@students.national-u.edu.ph::50cda2a4-b67c-4120-a2d3-a158bfdc0e0b" providerId="AD" clId="Web-{39A78B44-29C0-06B9-3046-7004B81BCF62}" dt="2024-06-06T05:44:34.010" v="0" actId="1076"/>
      <pc:docMkLst>
        <pc:docMk/>
      </pc:docMkLst>
      <pc:sldChg chg="modSp">
        <pc:chgData name="Dela Cruz, John Paul" userId="S::delacruzjps@students.national-u.edu.ph::50cda2a4-b67c-4120-a2d3-a158bfdc0e0b" providerId="AD" clId="Web-{39A78B44-29C0-06B9-3046-7004B81BCF62}" dt="2024-06-06T05:44:34.010" v="0" actId="1076"/>
        <pc:sldMkLst>
          <pc:docMk/>
          <pc:sldMk cId="2435652381" sldId="303"/>
        </pc:sldMkLst>
        <pc:picChg chg="mod">
          <ac:chgData name="Dela Cruz, John Paul" userId="S::delacruzjps@students.national-u.edu.ph::50cda2a4-b67c-4120-a2d3-a158bfdc0e0b" providerId="AD" clId="Web-{39A78B44-29C0-06B9-3046-7004B81BCF62}" dt="2024-06-06T05:44:34.010" v="0" actId="1076"/>
          <ac:picMkLst>
            <pc:docMk/>
            <pc:sldMk cId="2435652381" sldId="303"/>
            <ac:picMk id="6" creationId="{1425DCCC-C4CD-BEF5-1C8E-30BA8201D23F}"/>
          </ac:picMkLst>
        </pc:picChg>
      </pc:sldChg>
    </pc:docChg>
  </pc:docChgLst>
  <pc:docChgLst>
    <pc:chgData name="Sembrano, Andrei Stephen" userId="S::sembranoac@students.national-u.edu.ph::5bea5428-0bb6-4ff9-b939-7be55fa60db8" providerId="AD" clId="Web-{1AC297A0-4834-4DE6-AC6C-F089EB4B3646}"/>
    <pc:docChg chg="modSld">
      <pc:chgData name="Sembrano, Andrei Stephen" userId="S::sembranoac@students.national-u.edu.ph::5bea5428-0bb6-4ff9-b939-7be55fa60db8" providerId="AD" clId="Web-{1AC297A0-4834-4DE6-AC6C-F089EB4B3646}" dt="2024-06-06T04:46:23.260" v="1" actId="1076"/>
      <pc:docMkLst>
        <pc:docMk/>
      </pc:docMkLst>
      <pc:sldChg chg="modSp">
        <pc:chgData name="Sembrano, Andrei Stephen" userId="S::sembranoac@students.national-u.edu.ph::5bea5428-0bb6-4ff9-b939-7be55fa60db8" providerId="AD" clId="Web-{1AC297A0-4834-4DE6-AC6C-F089EB4B3646}" dt="2024-06-06T04:46:23.260" v="1" actId="1076"/>
        <pc:sldMkLst>
          <pc:docMk/>
          <pc:sldMk cId="1191924827" sldId="302"/>
        </pc:sldMkLst>
        <pc:spChg chg="mod">
          <ac:chgData name="Sembrano, Andrei Stephen" userId="S::sembranoac@students.national-u.edu.ph::5bea5428-0bb6-4ff9-b939-7be55fa60db8" providerId="AD" clId="Web-{1AC297A0-4834-4DE6-AC6C-F089EB4B3646}" dt="2024-06-06T04:46:23.260" v="1" actId="1076"/>
          <ac:spMkLst>
            <pc:docMk/>
            <pc:sldMk cId="1191924827" sldId="302"/>
            <ac:spMk id="3" creationId="{1752FE68-56AC-8872-921D-97013E35DD92}"/>
          </ac:spMkLst>
        </pc:spChg>
      </pc:sldChg>
    </pc:docChg>
  </pc:docChgLst>
  <pc:docChgLst>
    <pc:chgData name="Morabe, Vince Elroi" userId="S::morabevc@students.national-u.edu.ph::cb0f2c1a-7545-49e9-a408-68f8aa8efdda" providerId="AD" clId="Web-{ED5CE705-9B42-4D2B-B3BF-AD9BDA251645}"/>
    <pc:docChg chg="modSld">
      <pc:chgData name="Morabe, Vince Elroi" userId="S::morabevc@students.national-u.edu.ph::cb0f2c1a-7545-49e9-a408-68f8aa8efdda" providerId="AD" clId="Web-{ED5CE705-9B42-4D2B-B3BF-AD9BDA251645}" dt="2024-06-06T07:24:09.675" v="2" actId="20577"/>
      <pc:docMkLst>
        <pc:docMk/>
      </pc:docMkLst>
      <pc:sldChg chg="modSp">
        <pc:chgData name="Morabe, Vince Elroi" userId="S::morabevc@students.national-u.edu.ph::cb0f2c1a-7545-49e9-a408-68f8aa8efdda" providerId="AD" clId="Web-{ED5CE705-9B42-4D2B-B3BF-AD9BDA251645}" dt="2024-06-06T07:24:09.675" v="2" actId="20577"/>
        <pc:sldMkLst>
          <pc:docMk/>
          <pc:sldMk cId="2075132133" sldId="313"/>
        </pc:sldMkLst>
        <pc:spChg chg="mod">
          <ac:chgData name="Morabe, Vince Elroi" userId="S::morabevc@students.national-u.edu.ph::cb0f2c1a-7545-49e9-a408-68f8aa8efdda" providerId="AD" clId="Web-{ED5CE705-9B42-4D2B-B3BF-AD9BDA251645}" dt="2024-06-06T07:24:09.675" v="2" actId="20577"/>
          <ac:spMkLst>
            <pc:docMk/>
            <pc:sldMk cId="2075132133" sldId="313"/>
            <ac:spMk id="3" creationId="{B835997E-8306-958B-DBC4-3BB68F955854}"/>
          </ac:spMkLst>
        </pc:spChg>
      </pc:sldChg>
    </pc:docChg>
  </pc:docChgLst>
  <pc:docChgLst>
    <pc:chgData name="Uy, Annabelle Francine" userId="S::uyaa@students.national-u.edu.ph::6696f1bd-9a41-4476-8eef-eefaf249691d" providerId="AD" clId="Web-{76614F18-70E8-A973-C49C-354CA79BA7B1}"/>
    <pc:docChg chg="modSld">
      <pc:chgData name="Uy, Annabelle Francine" userId="S::uyaa@students.national-u.edu.ph::6696f1bd-9a41-4476-8eef-eefaf249691d" providerId="AD" clId="Web-{76614F18-70E8-A973-C49C-354CA79BA7B1}" dt="2024-06-05T15:47:57.751" v="0" actId="1076"/>
      <pc:docMkLst>
        <pc:docMk/>
      </pc:docMkLst>
      <pc:sldChg chg="modSp">
        <pc:chgData name="Uy, Annabelle Francine" userId="S::uyaa@students.national-u.edu.ph::6696f1bd-9a41-4476-8eef-eefaf249691d" providerId="AD" clId="Web-{76614F18-70E8-A973-C49C-354CA79BA7B1}" dt="2024-06-05T15:47:57.751" v="0" actId="1076"/>
        <pc:sldMkLst>
          <pc:docMk/>
          <pc:sldMk cId="1191924827" sldId="302"/>
        </pc:sldMkLst>
        <pc:picChg chg="mod">
          <ac:chgData name="Uy, Annabelle Francine" userId="S::uyaa@students.national-u.edu.ph::6696f1bd-9a41-4476-8eef-eefaf249691d" providerId="AD" clId="Web-{76614F18-70E8-A973-C49C-354CA79BA7B1}" dt="2024-06-05T15:47:57.751" v="0" actId="1076"/>
          <ac:picMkLst>
            <pc:docMk/>
            <pc:sldMk cId="1191924827" sldId="302"/>
            <ac:picMk id="5" creationId="{EF055D82-9153-02D7-0F18-03B1A15DC89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AD1EBB-E0C9-4D31-8787-A98D5CFBC31F}" type="datetimeFigureOut">
              <a:rPr lang="en-US" smtClean="0"/>
              <a:t>6/13/2024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79F4-8DD7-4751-A6E4-6B531833C2F0}" type="slidenum">
              <a:rPr lang="en-US" smtClean="0"/>
              <a:t>‹#›</a:t>
            </a:fld>
            <a:endParaRPr lang="en-US"/>
          </a:p>
        </p:txBody>
      </p:sp>
    </p:spTree>
    <p:extLst>
      <p:ext uri="{BB962C8B-B14F-4D97-AF65-F5344CB8AC3E}">
        <p14:creationId xmlns:p14="http://schemas.microsoft.com/office/powerpoint/2010/main" val="30936486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What is Database in MVC Design Pattern?</a:t>
            </a:r>
            <a:endParaRPr lang="en-PH"/>
          </a:p>
        </p:txBody>
      </p:sp>
      <p:sp>
        <p:nvSpPr>
          <p:cNvPr id="4" name="Slide Number Placeholder 3"/>
          <p:cNvSpPr>
            <a:spLocks noGrp="1"/>
          </p:cNvSpPr>
          <p:nvPr>
            <p:ph type="sldNum" sz="quarter" idx="5"/>
          </p:nvPr>
        </p:nvSpPr>
        <p:spPr/>
        <p:txBody>
          <a:bodyPr/>
          <a:lstStyle/>
          <a:p>
            <a:fld id="{9F1979F4-8DD7-4751-A6E4-6B531833C2F0}" type="slidenum">
              <a:rPr lang="en-US" smtClean="0"/>
              <a:t>3</a:t>
            </a:fld>
            <a:endParaRPr lang="en-US"/>
          </a:p>
        </p:txBody>
      </p:sp>
    </p:spTree>
    <p:extLst>
      <p:ext uri="{BB962C8B-B14F-4D97-AF65-F5344CB8AC3E}">
        <p14:creationId xmlns:p14="http://schemas.microsoft.com/office/powerpoint/2010/main" val="39825692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What is Database in MVC Design Pattern?</a:t>
            </a:r>
            <a:endParaRPr lang="en-PH"/>
          </a:p>
        </p:txBody>
      </p:sp>
      <p:sp>
        <p:nvSpPr>
          <p:cNvPr id="4" name="Slide Number Placeholder 3"/>
          <p:cNvSpPr>
            <a:spLocks noGrp="1"/>
          </p:cNvSpPr>
          <p:nvPr>
            <p:ph type="sldNum" sz="quarter" idx="5"/>
          </p:nvPr>
        </p:nvSpPr>
        <p:spPr/>
        <p:txBody>
          <a:bodyPr/>
          <a:lstStyle/>
          <a:p>
            <a:fld id="{9F1979F4-8DD7-4751-A6E4-6B531833C2F0}" type="slidenum">
              <a:rPr lang="en-US" smtClean="0"/>
              <a:t>4</a:t>
            </a:fld>
            <a:endParaRPr lang="en-US"/>
          </a:p>
        </p:txBody>
      </p:sp>
    </p:spTree>
    <p:extLst>
      <p:ext uri="{BB962C8B-B14F-4D97-AF65-F5344CB8AC3E}">
        <p14:creationId xmlns:p14="http://schemas.microsoft.com/office/powerpoint/2010/main" val="1672366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What is Database in MVC Design Pattern?</a:t>
            </a:r>
            <a:endParaRPr lang="en-PH"/>
          </a:p>
        </p:txBody>
      </p:sp>
      <p:sp>
        <p:nvSpPr>
          <p:cNvPr id="4" name="Slide Number Placeholder 3"/>
          <p:cNvSpPr>
            <a:spLocks noGrp="1"/>
          </p:cNvSpPr>
          <p:nvPr>
            <p:ph type="sldNum" sz="quarter" idx="5"/>
          </p:nvPr>
        </p:nvSpPr>
        <p:spPr/>
        <p:txBody>
          <a:bodyPr/>
          <a:lstStyle/>
          <a:p>
            <a:fld id="{9F1979F4-8DD7-4751-A6E4-6B531833C2F0}" type="slidenum">
              <a:rPr lang="en-US" smtClean="0"/>
              <a:t>5</a:t>
            </a:fld>
            <a:endParaRPr lang="en-US"/>
          </a:p>
        </p:txBody>
      </p:sp>
    </p:spTree>
    <p:extLst>
      <p:ext uri="{BB962C8B-B14F-4D97-AF65-F5344CB8AC3E}">
        <p14:creationId xmlns:p14="http://schemas.microsoft.com/office/powerpoint/2010/main" val="37930396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9F1979F4-8DD7-4751-A6E4-6B531833C2F0}" type="slidenum">
              <a:rPr lang="en-US" smtClean="0"/>
              <a:t>20</a:t>
            </a:fld>
            <a:endParaRPr lang="en-US"/>
          </a:p>
        </p:txBody>
      </p:sp>
    </p:spTree>
    <p:extLst>
      <p:ext uri="{BB962C8B-B14F-4D97-AF65-F5344CB8AC3E}">
        <p14:creationId xmlns:p14="http://schemas.microsoft.com/office/powerpoint/2010/main" val="85879013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0.sv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4.sv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rgbClr val="FFD4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rgbClr val="354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Desk">
            <a:extLst>
              <a:ext uri="{FF2B5EF4-FFF2-40B4-BE49-F238E27FC236}">
                <a16:creationId xmlns:a16="http://schemas.microsoft.com/office/drawing/2014/main" id="{E27D44A2-A855-473C-B54D-D4A64176E95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5737" y="4722720"/>
            <a:ext cx="2280699" cy="2280699"/>
          </a:xfrm>
          <a:prstGeom prst="rect">
            <a:avLst/>
          </a:prstGeom>
        </p:spPr>
      </p:pic>
      <p:sp>
        <p:nvSpPr>
          <p:cNvPr id="11" name="TextBox 10">
            <a:extLst>
              <a:ext uri="{FF2B5EF4-FFF2-40B4-BE49-F238E27FC236}">
                <a16:creationId xmlns:a16="http://schemas.microsoft.com/office/drawing/2014/main" id="{685D626D-0FAA-4C09-83B9-8A2C5628EA53}"/>
              </a:ext>
            </a:extLst>
          </p:cNvPr>
          <p:cNvSpPr txBox="1"/>
          <p:nvPr userDrawn="1"/>
        </p:nvSpPr>
        <p:spPr>
          <a:xfrm>
            <a:off x="180305" y="2092444"/>
            <a:ext cx="2243809" cy="346249"/>
          </a:xfrm>
          <a:prstGeom prst="rect">
            <a:avLst/>
          </a:prstGeom>
          <a:noFill/>
          <a:ln>
            <a:noFill/>
          </a:ln>
        </p:spPr>
        <p:txBody>
          <a:bodyPr wrap="square" rtlCol="0">
            <a:spAutoFit/>
          </a:bodyPr>
          <a:lstStyle>
            <a:defPPr>
              <a:defRPr lang="en-US"/>
            </a:defPPr>
            <a:lvl1pPr>
              <a:defRPr sz="1650" b="0">
                <a:ln>
                  <a:solidFill>
                    <a:schemeClr val="bg1">
                      <a:lumMod val="75000"/>
                    </a:schemeClr>
                  </a:solidFill>
                </a:ln>
                <a:solidFill>
                  <a:srgbClr val="35408E"/>
                </a:solidFill>
                <a:latin typeface="Eras Bold ITC" panose="020B0907030504020204" pitchFamily="34" charset="0"/>
              </a:defRPr>
            </a:lvl1pPr>
          </a:lstStyle>
          <a:p>
            <a:pPr lvl="0" algn="ctr"/>
            <a:r>
              <a:rPr lang="en-US">
                <a:latin typeface="Eras Demi ITC" panose="020B0805030504020804" pitchFamily="34" charset="0"/>
              </a:rPr>
              <a:t>MODULE  G    ALS</a:t>
            </a:r>
          </a:p>
        </p:txBody>
      </p:sp>
      <p:sp>
        <p:nvSpPr>
          <p:cNvPr id="12" name="Text Placeholder 7">
            <a:extLst>
              <a:ext uri="{FF2B5EF4-FFF2-40B4-BE49-F238E27FC236}">
                <a16:creationId xmlns:a16="http://schemas.microsoft.com/office/drawing/2014/main" id="{0B18BDC0-7AC5-48B0-926A-E7D1434DA89D}"/>
              </a:ext>
            </a:extLst>
          </p:cNvPr>
          <p:cNvSpPr>
            <a:spLocks noGrp="1"/>
          </p:cNvSpPr>
          <p:nvPr>
            <p:ph type="body" sz="quarter" idx="13"/>
          </p:nvPr>
        </p:nvSpPr>
        <p:spPr>
          <a:xfrm>
            <a:off x="334774" y="2405337"/>
            <a:ext cx="2105920" cy="2254250"/>
          </a:xfrm>
        </p:spPr>
        <p:txBody>
          <a:bodyPr>
            <a:noAutofit/>
          </a:bodyPr>
          <a:lstStyle>
            <a:lvl1pPr marL="142306" indent="-142306">
              <a:buFontTx/>
              <a:buBlip>
                <a:blip r:embed="rId4">
                  <a:extLst>
                    <a:ext uri="{96DAC541-7B7A-43D3-8B79-37D633B846F1}">
                      <asvg:svgBlip xmlns:asvg="http://schemas.microsoft.com/office/drawing/2016/SVG/main" r:embed="rId5"/>
                    </a:ext>
                  </a:extLst>
                </a:blip>
              </a:buBlip>
              <a:defRPr sz="1300">
                <a:solidFill>
                  <a:srgbClr val="35408E"/>
                </a:solidFill>
              </a:defRPr>
            </a:lvl1pPr>
            <a:lvl2pPr marL="426917" indent="-142306">
              <a:buFontTx/>
              <a:buBlip>
                <a:blip r:embed="rId4">
                  <a:extLst>
                    <a:ext uri="{96DAC541-7B7A-43D3-8B79-37D633B846F1}">
                      <asvg:svgBlip xmlns:asvg="http://schemas.microsoft.com/office/drawing/2016/SVG/main" r:embed="rId5"/>
                    </a:ext>
                  </a:extLst>
                </a:blip>
              </a:buBlip>
              <a:defRPr sz="1300">
                <a:solidFill>
                  <a:srgbClr val="35408E"/>
                </a:solidFill>
              </a:defRPr>
            </a:lvl2pPr>
            <a:lvl3pPr marL="711528" indent="-142306">
              <a:buFontTx/>
              <a:buBlip>
                <a:blip r:embed="rId4">
                  <a:extLst>
                    <a:ext uri="{96DAC541-7B7A-43D3-8B79-37D633B846F1}">
                      <asvg:svgBlip xmlns:asvg="http://schemas.microsoft.com/office/drawing/2016/SVG/main" r:embed="rId5"/>
                    </a:ext>
                  </a:extLst>
                </a:blip>
              </a:buBlip>
              <a:defRPr sz="1300">
                <a:solidFill>
                  <a:srgbClr val="35408E"/>
                </a:solidFill>
              </a:defRPr>
            </a:lvl3pPr>
            <a:lvl4pPr marL="996140" indent="-142306">
              <a:buFontTx/>
              <a:buBlip>
                <a:blip r:embed="rId4">
                  <a:extLst>
                    <a:ext uri="{96DAC541-7B7A-43D3-8B79-37D633B846F1}">
                      <asvg:svgBlip xmlns:asvg="http://schemas.microsoft.com/office/drawing/2016/SVG/main" r:embed="rId5"/>
                    </a:ext>
                  </a:extLst>
                </a:blip>
              </a:buBlip>
              <a:defRPr sz="1300">
                <a:solidFill>
                  <a:srgbClr val="35408E"/>
                </a:solidFill>
              </a:defRPr>
            </a:lvl4pPr>
            <a:lvl5pPr marL="1280750" indent="-142306">
              <a:buFontTx/>
              <a:buBlip>
                <a:blip r:embed="rId4">
                  <a:extLst>
                    <a:ext uri="{96DAC541-7B7A-43D3-8B79-37D633B846F1}">
                      <asvg:svgBlip xmlns:asvg="http://schemas.microsoft.com/office/drawing/2016/SVG/main" r:embed="rId5"/>
                    </a:ext>
                  </a:extLst>
                </a:blip>
              </a:buBlip>
              <a:defRPr sz="1300">
                <a:solidFill>
                  <a:srgbClr val="35408E"/>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descr="Target">
            <a:extLst>
              <a:ext uri="{FF2B5EF4-FFF2-40B4-BE49-F238E27FC236}">
                <a16:creationId xmlns:a16="http://schemas.microsoft.com/office/drawing/2014/main" id="{55D6439B-5271-491B-9B76-299133CF2EC6}"/>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577465" y="2147153"/>
            <a:ext cx="258185" cy="258185"/>
          </a:xfrm>
          <a:prstGeom prst="rect">
            <a:avLst/>
          </a:prstGeom>
        </p:spPr>
      </p:pic>
      <p:sp>
        <p:nvSpPr>
          <p:cNvPr id="14" name="TextBox 13">
            <a:extLst>
              <a:ext uri="{FF2B5EF4-FFF2-40B4-BE49-F238E27FC236}">
                <a16:creationId xmlns:a16="http://schemas.microsoft.com/office/drawing/2014/main" id="{2AF9EE84-7BE5-4FA0-935F-72C5D3BF4589}"/>
              </a:ext>
            </a:extLst>
          </p:cNvPr>
          <p:cNvSpPr txBox="1"/>
          <p:nvPr userDrawn="1"/>
        </p:nvSpPr>
        <p:spPr>
          <a:xfrm>
            <a:off x="295974" y="202652"/>
            <a:ext cx="2182369" cy="346249"/>
          </a:xfrm>
          <a:prstGeom prst="rect">
            <a:avLst/>
          </a:prstGeom>
          <a:noFill/>
          <a:ln>
            <a:noFill/>
          </a:ln>
        </p:spPr>
        <p:txBody>
          <a:bodyPr wrap="square" rtlCol="0">
            <a:spAutoFit/>
          </a:bodyPr>
          <a:lstStyle/>
          <a:p>
            <a:pPr algn="l"/>
            <a:r>
              <a:rPr lang="en-US" sz="1650" b="0">
                <a:ln>
                  <a:solidFill>
                    <a:schemeClr val="bg1">
                      <a:lumMod val="75000"/>
                    </a:schemeClr>
                  </a:solidFill>
                </a:ln>
                <a:solidFill>
                  <a:srgbClr val="35408E"/>
                </a:solidFill>
                <a:latin typeface="Eras Bold ITC" panose="020B0907030504020204" pitchFamily="34" charset="0"/>
              </a:rPr>
              <a:t>MODULE</a:t>
            </a:r>
          </a:p>
        </p:txBody>
      </p:sp>
      <p:sp>
        <p:nvSpPr>
          <p:cNvPr id="15" name="Text Placeholder 29">
            <a:extLst>
              <a:ext uri="{FF2B5EF4-FFF2-40B4-BE49-F238E27FC236}">
                <a16:creationId xmlns:a16="http://schemas.microsoft.com/office/drawing/2014/main" id="{8727F8C8-33E6-4AD9-ACE6-1F5A95002912}"/>
              </a:ext>
            </a:extLst>
          </p:cNvPr>
          <p:cNvSpPr>
            <a:spLocks noGrp="1"/>
          </p:cNvSpPr>
          <p:nvPr>
            <p:ph type="body" sz="quarter" idx="16" hasCustomPrompt="1"/>
          </p:nvPr>
        </p:nvSpPr>
        <p:spPr>
          <a:xfrm>
            <a:off x="450851" y="571501"/>
            <a:ext cx="1738313" cy="1362075"/>
          </a:xfrm>
        </p:spPr>
        <p:txBody>
          <a:bodyPr anchor="ctr">
            <a:noAutofit/>
          </a:bodyPr>
          <a:lstStyle>
            <a:lvl1pPr marL="142306" indent="-142306" algn="ctr">
              <a:buFont typeface="Eras Bold ITC" panose="020B0907030504020204" pitchFamily="34" charset="0"/>
              <a:buChar char="#"/>
              <a:defRPr sz="3600" b="1">
                <a:solidFill>
                  <a:srgbClr val="35408E"/>
                </a:solidFill>
                <a:latin typeface="Eras Bold ITC" panose="020B0907030504020204" pitchFamily="34" charset="0"/>
              </a:defRPr>
            </a:lvl1pPr>
            <a:lvl2pPr marL="426917" indent="-142306" algn="ctr">
              <a:buFont typeface="Eras Bold ITC" panose="020B0907030504020204" pitchFamily="34" charset="0"/>
              <a:buChar char="#"/>
              <a:defRPr sz="3600" b="1">
                <a:solidFill>
                  <a:srgbClr val="35408E"/>
                </a:solidFill>
                <a:latin typeface="Eras Bold ITC" panose="020B0907030504020204" pitchFamily="34" charset="0"/>
              </a:defRPr>
            </a:lvl2pPr>
            <a:lvl3pPr marL="1140722" indent="-571500" algn="ctr">
              <a:buFont typeface="Eras Bold ITC" panose="020B0907030504020204" pitchFamily="34" charset="0"/>
              <a:buChar char="#"/>
              <a:defRPr sz="3600" b="1">
                <a:solidFill>
                  <a:srgbClr val="35408E"/>
                </a:solidFill>
                <a:latin typeface="Eras Bold ITC" panose="020B0907030504020204" pitchFamily="34" charset="0"/>
              </a:defRPr>
            </a:lvl3pPr>
            <a:lvl4pPr marL="996140" indent="-142306" algn="ctr">
              <a:buFont typeface="Eras Bold ITC" panose="020B0907030504020204" pitchFamily="34" charset="0"/>
              <a:buChar char="#"/>
              <a:defRPr sz="3600" b="1">
                <a:solidFill>
                  <a:srgbClr val="35408E"/>
                </a:solidFill>
                <a:latin typeface="Eras Bold ITC" panose="020B0907030504020204" pitchFamily="34" charset="0"/>
              </a:defRPr>
            </a:lvl4pPr>
            <a:lvl5pPr marL="1280750" indent="-142306" algn="ctr">
              <a:buFont typeface="Eras Bold ITC" panose="020B0907030504020204" pitchFamily="34" charset="0"/>
              <a:buChar char="#"/>
              <a:defRPr sz="3600" b="1">
                <a:solidFill>
                  <a:srgbClr val="35408E"/>
                </a:solidFill>
                <a:latin typeface="Eras Bold ITC" panose="020B0907030504020204" pitchFamily="34" charset="0"/>
              </a:defRPr>
            </a:lvl5pPr>
          </a:lstStyle>
          <a:p>
            <a:pPr lvl="0"/>
            <a:r>
              <a:rPr lang="en-US"/>
              <a:t>#</a:t>
            </a:r>
          </a:p>
        </p:txBody>
      </p:sp>
    </p:spTree>
    <p:extLst>
      <p:ext uri="{BB962C8B-B14F-4D97-AF65-F5344CB8AC3E}">
        <p14:creationId xmlns:p14="http://schemas.microsoft.com/office/powerpoint/2010/main" val="91850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rgbClr val="FFD4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rgbClr val="35408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Desk">
            <a:extLst>
              <a:ext uri="{FF2B5EF4-FFF2-40B4-BE49-F238E27FC236}">
                <a16:creationId xmlns:a16="http://schemas.microsoft.com/office/drawing/2014/main" id="{E27D44A2-A855-473C-B54D-D4A64176E95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5737" y="4722720"/>
            <a:ext cx="2280699" cy="2280699"/>
          </a:xfrm>
          <a:prstGeom prst="rect">
            <a:avLst/>
          </a:prstGeom>
        </p:spPr>
      </p:pic>
    </p:spTree>
    <p:extLst>
      <p:ext uri="{BB962C8B-B14F-4D97-AF65-F5344CB8AC3E}">
        <p14:creationId xmlns:p14="http://schemas.microsoft.com/office/powerpoint/2010/main" val="3408258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1" name="Graphic 10" descr="Classroom">
            <a:extLst>
              <a:ext uri="{FF2B5EF4-FFF2-40B4-BE49-F238E27FC236}">
                <a16:creationId xmlns:a16="http://schemas.microsoft.com/office/drawing/2014/main" id="{194FA857-A1EE-466B-BDFF-82DD0329BCC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564" y="5140939"/>
            <a:ext cx="1717061" cy="1717061"/>
          </a:xfrm>
          <a:prstGeom prst="rect">
            <a:avLst/>
          </a:prstGeom>
        </p:spPr>
      </p:pic>
      <p:sp>
        <p:nvSpPr>
          <p:cNvPr id="15" name="TextBox 14">
            <a:extLst>
              <a:ext uri="{FF2B5EF4-FFF2-40B4-BE49-F238E27FC236}">
                <a16:creationId xmlns:a16="http://schemas.microsoft.com/office/drawing/2014/main" id="{FFEC02A5-0150-4082-9226-B27D56CD26B1}"/>
              </a:ext>
            </a:extLst>
          </p:cNvPr>
          <p:cNvSpPr txBox="1"/>
          <p:nvPr userDrawn="1"/>
        </p:nvSpPr>
        <p:spPr>
          <a:xfrm>
            <a:off x="-128840" y="1761364"/>
            <a:ext cx="2243809" cy="600164"/>
          </a:xfrm>
          <a:prstGeom prst="rect">
            <a:avLst/>
          </a:prstGeom>
          <a:noFill/>
          <a:ln>
            <a:noFill/>
          </a:ln>
        </p:spPr>
        <p:txBody>
          <a:bodyPr wrap="square" rtlCol="0">
            <a:spAutoFit/>
          </a:bodyPr>
          <a:lstStyle/>
          <a:p>
            <a:pPr algn="ctr"/>
            <a:r>
              <a:rPr lang="en-US" sz="1650" b="0">
                <a:ln>
                  <a:solidFill>
                    <a:schemeClr val="bg1">
                      <a:lumMod val="75000"/>
                    </a:schemeClr>
                  </a:solidFill>
                </a:ln>
                <a:solidFill>
                  <a:srgbClr val="002060"/>
                </a:solidFill>
                <a:latin typeface="Eras Demi ITC" panose="020B0805030504020804" pitchFamily="34" charset="0"/>
              </a:rPr>
              <a:t>LEARNING</a:t>
            </a:r>
          </a:p>
          <a:p>
            <a:pPr algn="ctr"/>
            <a:r>
              <a:rPr lang="en-US" sz="1650" b="0">
                <a:ln>
                  <a:solidFill>
                    <a:schemeClr val="bg1">
                      <a:lumMod val="75000"/>
                    </a:schemeClr>
                  </a:solidFill>
                </a:ln>
                <a:solidFill>
                  <a:srgbClr val="002060"/>
                </a:solidFill>
                <a:latin typeface="Eras Demi ITC" panose="020B0805030504020804" pitchFamily="34" charset="0"/>
              </a:rPr>
              <a:t>            OUTC    MES</a:t>
            </a:r>
          </a:p>
        </p:txBody>
      </p:sp>
      <p:sp>
        <p:nvSpPr>
          <p:cNvPr id="16" name="Text Placeholder 7">
            <a:extLst>
              <a:ext uri="{FF2B5EF4-FFF2-40B4-BE49-F238E27FC236}">
                <a16:creationId xmlns:a16="http://schemas.microsoft.com/office/drawing/2014/main" id="{8C3D1D5D-FAF6-4D14-8D45-90250B0CAC33}"/>
              </a:ext>
            </a:extLst>
          </p:cNvPr>
          <p:cNvSpPr>
            <a:spLocks noGrp="1"/>
          </p:cNvSpPr>
          <p:nvPr>
            <p:ph type="body" sz="quarter" idx="13"/>
          </p:nvPr>
        </p:nvSpPr>
        <p:spPr>
          <a:xfrm>
            <a:off x="334774" y="2431095"/>
            <a:ext cx="2105920" cy="2254250"/>
          </a:xfrm>
        </p:spPr>
        <p:txBody>
          <a:bodyPr>
            <a:noAutofit/>
          </a:bodyPr>
          <a:lstStyle>
            <a:lvl1pPr marL="142306" indent="-142306">
              <a:buFontTx/>
              <a:buBlip>
                <a:blip r:embed="rId4">
                  <a:extLst>
                    <a:ext uri="{96DAC541-7B7A-43D3-8B79-37D633B846F1}">
                      <asvg:svgBlip xmlns:asvg="http://schemas.microsoft.com/office/drawing/2016/SVG/main" r:embed="rId5"/>
                    </a:ext>
                  </a:extLst>
                </a:blip>
              </a:buBlip>
              <a:defRPr sz="1300"/>
            </a:lvl1pPr>
            <a:lvl2pPr marL="426917" indent="-142306">
              <a:buFontTx/>
              <a:buBlip>
                <a:blip r:embed="rId4">
                  <a:extLst>
                    <a:ext uri="{96DAC541-7B7A-43D3-8B79-37D633B846F1}">
                      <asvg:svgBlip xmlns:asvg="http://schemas.microsoft.com/office/drawing/2016/SVG/main" r:embed="rId5"/>
                    </a:ext>
                  </a:extLst>
                </a:blip>
              </a:buBlip>
              <a:defRPr sz="1300"/>
            </a:lvl2pPr>
            <a:lvl3pPr marL="711528" indent="-142306">
              <a:buFontTx/>
              <a:buBlip>
                <a:blip r:embed="rId4">
                  <a:extLst>
                    <a:ext uri="{96DAC541-7B7A-43D3-8B79-37D633B846F1}">
                      <asvg:svgBlip xmlns:asvg="http://schemas.microsoft.com/office/drawing/2016/SVG/main" r:embed="rId5"/>
                    </a:ext>
                  </a:extLst>
                </a:blip>
              </a:buBlip>
              <a:defRPr sz="1300"/>
            </a:lvl3pPr>
            <a:lvl4pPr marL="996140" indent="-142306">
              <a:buFontTx/>
              <a:buBlip>
                <a:blip r:embed="rId4">
                  <a:extLst>
                    <a:ext uri="{96DAC541-7B7A-43D3-8B79-37D633B846F1}">
                      <asvg:svgBlip xmlns:asvg="http://schemas.microsoft.com/office/drawing/2016/SVG/main" r:embed="rId5"/>
                    </a:ext>
                  </a:extLst>
                </a:blip>
              </a:buBlip>
              <a:defRPr sz="1300"/>
            </a:lvl4pPr>
            <a:lvl5pPr marL="1280750" indent="-142306">
              <a:buFontTx/>
              <a:buBlip>
                <a:blip r:embed="rId4">
                  <a:extLst>
                    <a:ext uri="{96DAC541-7B7A-43D3-8B79-37D633B846F1}">
                      <asvg:svgBlip xmlns:asvg="http://schemas.microsoft.com/office/drawing/2016/SVG/main" r:embed="rId5"/>
                    </a:ext>
                  </a:extLst>
                </a:blip>
              </a:buBlip>
              <a:defRPr sz="13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7" name="Graphic 16" descr="Target">
            <a:extLst>
              <a:ext uri="{FF2B5EF4-FFF2-40B4-BE49-F238E27FC236}">
                <a16:creationId xmlns:a16="http://schemas.microsoft.com/office/drawing/2014/main" id="{C2CA0B7A-830F-4E8C-916E-D11713E87FB1}"/>
              </a:ext>
            </a:extLst>
          </p:cNvPr>
          <p:cNvPicPr>
            <a:picLocks noChangeAspect="1"/>
          </p:cNvPicPr>
          <p:nvPr userDrawn="1"/>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255572" y="2060272"/>
            <a:ext cx="258185" cy="258185"/>
          </a:xfrm>
          <a:prstGeom prst="rect">
            <a:avLst/>
          </a:prstGeom>
        </p:spPr>
      </p:pic>
      <p:sp>
        <p:nvSpPr>
          <p:cNvPr id="18" name="TextBox 17">
            <a:extLst>
              <a:ext uri="{FF2B5EF4-FFF2-40B4-BE49-F238E27FC236}">
                <a16:creationId xmlns:a16="http://schemas.microsoft.com/office/drawing/2014/main" id="{26250F91-C30A-4F66-A99E-AEAE02552150}"/>
              </a:ext>
            </a:extLst>
          </p:cNvPr>
          <p:cNvSpPr txBox="1"/>
          <p:nvPr userDrawn="1"/>
        </p:nvSpPr>
        <p:spPr>
          <a:xfrm>
            <a:off x="284890" y="202652"/>
            <a:ext cx="2182369" cy="346249"/>
          </a:xfrm>
          <a:prstGeom prst="rect">
            <a:avLst/>
          </a:prstGeom>
          <a:noFill/>
          <a:ln>
            <a:noFill/>
          </a:ln>
        </p:spPr>
        <p:txBody>
          <a:bodyPr wrap="square" rtlCol="0">
            <a:spAutoFit/>
          </a:bodyPr>
          <a:lstStyle/>
          <a:p>
            <a:pPr algn="l"/>
            <a:r>
              <a:rPr lang="en-US" sz="1650" b="0">
                <a:ln>
                  <a:solidFill>
                    <a:schemeClr val="bg1">
                      <a:lumMod val="75000"/>
                    </a:schemeClr>
                  </a:solidFill>
                </a:ln>
                <a:solidFill>
                  <a:srgbClr val="002060"/>
                </a:solidFill>
                <a:latin typeface="Eras Bold ITC" panose="020B0907030504020204" pitchFamily="34" charset="0"/>
              </a:rPr>
              <a:t>LESSON</a:t>
            </a:r>
          </a:p>
        </p:txBody>
      </p:sp>
      <p:sp>
        <p:nvSpPr>
          <p:cNvPr id="19" name="Text Placeholder 29">
            <a:extLst>
              <a:ext uri="{FF2B5EF4-FFF2-40B4-BE49-F238E27FC236}">
                <a16:creationId xmlns:a16="http://schemas.microsoft.com/office/drawing/2014/main" id="{7D8108EE-B9C1-49A9-982F-FD8C20C1CDB1}"/>
              </a:ext>
            </a:extLst>
          </p:cNvPr>
          <p:cNvSpPr>
            <a:spLocks noGrp="1"/>
          </p:cNvSpPr>
          <p:nvPr>
            <p:ph type="body" sz="quarter" idx="16" hasCustomPrompt="1"/>
          </p:nvPr>
        </p:nvSpPr>
        <p:spPr>
          <a:xfrm>
            <a:off x="514908" y="595385"/>
            <a:ext cx="1600062" cy="1142578"/>
          </a:xfrm>
        </p:spPr>
        <p:txBody>
          <a:bodyPr anchor="ctr">
            <a:noAutofit/>
          </a:bodyPr>
          <a:lstStyle>
            <a:lvl1pPr marL="142306" indent="-142306" algn="ctr">
              <a:buFont typeface="Eras Bold ITC" panose="020B0907030504020204" pitchFamily="34" charset="0"/>
              <a:buChar char="#"/>
              <a:defRPr sz="3201" b="1">
                <a:solidFill>
                  <a:srgbClr val="002060"/>
                </a:solidFill>
                <a:latin typeface="Eras Bold ITC" panose="020B0907030504020204" pitchFamily="34" charset="0"/>
              </a:defRPr>
            </a:lvl1pPr>
            <a:lvl2pPr marL="426917" indent="-142306" algn="ctr">
              <a:buFont typeface="Eras Bold ITC" panose="020B0907030504020204" pitchFamily="34" charset="0"/>
              <a:buChar char="#"/>
              <a:defRPr sz="3201" b="1">
                <a:solidFill>
                  <a:srgbClr val="002060"/>
                </a:solidFill>
                <a:latin typeface="Eras Bold ITC" panose="020B0907030504020204" pitchFamily="34" charset="0"/>
              </a:defRPr>
            </a:lvl2pPr>
            <a:lvl3pPr marL="1026422" indent="-457200" algn="ctr">
              <a:buFont typeface="Eras Bold ITC" panose="020B0907030504020204" pitchFamily="34" charset="0"/>
              <a:buChar char="#"/>
              <a:defRPr sz="3201" b="1">
                <a:solidFill>
                  <a:srgbClr val="002060"/>
                </a:solidFill>
                <a:latin typeface="Eras Bold ITC" panose="020B0907030504020204" pitchFamily="34" charset="0"/>
              </a:defRPr>
            </a:lvl3pPr>
            <a:lvl4pPr marL="996140" indent="-142306" algn="ctr">
              <a:buFont typeface="Eras Bold ITC" panose="020B0907030504020204" pitchFamily="34" charset="0"/>
              <a:buChar char="#"/>
              <a:defRPr sz="3201" b="1">
                <a:solidFill>
                  <a:srgbClr val="002060"/>
                </a:solidFill>
                <a:latin typeface="Eras Bold ITC" panose="020B0907030504020204" pitchFamily="34" charset="0"/>
              </a:defRPr>
            </a:lvl4pPr>
            <a:lvl5pPr marL="1280750" indent="-142306" algn="ctr">
              <a:buFont typeface="Eras Bold ITC" panose="020B0907030504020204" pitchFamily="34" charset="0"/>
              <a:buChar char="#"/>
              <a:defRPr sz="3201" b="1">
                <a:solidFill>
                  <a:srgbClr val="002060"/>
                </a:solidFill>
                <a:latin typeface="Eras Bold ITC" panose="020B0907030504020204" pitchFamily="34" charset="0"/>
              </a:defRPr>
            </a:lvl5pPr>
          </a:lstStyle>
          <a:p>
            <a:pPr lvl="0"/>
            <a:r>
              <a:rPr lang="en-US"/>
              <a:t>#</a:t>
            </a:r>
          </a:p>
        </p:txBody>
      </p:sp>
    </p:spTree>
    <p:extLst>
      <p:ext uri="{BB962C8B-B14F-4D97-AF65-F5344CB8AC3E}">
        <p14:creationId xmlns:p14="http://schemas.microsoft.com/office/powerpoint/2010/main" val="3897071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7BED7A-0BB8-4EF2-A69A-53E4410A278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8" name="Rectangle 7">
            <a:extLst>
              <a:ext uri="{FF2B5EF4-FFF2-40B4-BE49-F238E27FC236}">
                <a16:creationId xmlns:a16="http://schemas.microsoft.com/office/drawing/2014/main" id="{2126762B-557D-4A36-AC06-F6841302CF02}"/>
              </a:ext>
            </a:extLst>
          </p:cNvPr>
          <p:cNvSpPr/>
          <p:nvPr userDrawn="1"/>
        </p:nvSpPr>
        <p:spPr>
          <a:xfrm>
            <a:off x="217344" y="1"/>
            <a:ext cx="2333830" cy="6858000"/>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800367D5-E6E1-468E-B5A4-A52BA6AC80F3}"/>
              </a:ext>
            </a:extLst>
          </p:cNvPr>
          <p:cNvSpPr/>
          <p:nvPr userDrawn="1"/>
        </p:nvSpPr>
        <p:spPr>
          <a:xfrm>
            <a:off x="158058" y="1"/>
            <a:ext cx="222941" cy="6857999"/>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3A48F4E2-4AF6-4635-B0C8-3849A35723B2}"/>
              </a:ext>
            </a:extLst>
          </p:cNvPr>
          <p:cNvSpPr>
            <a:spLocks noGrp="1"/>
          </p:cNvSpPr>
          <p:nvPr>
            <p:ph type="ctrTitle"/>
          </p:nvPr>
        </p:nvSpPr>
        <p:spPr>
          <a:xfrm>
            <a:off x="2926080" y="1122363"/>
            <a:ext cx="8427720" cy="2387600"/>
          </a:xfrm>
        </p:spPr>
        <p:txBody>
          <a:bodyPr anchor="b"/>
          <a:lstStyle>
            <a:lvl1pPr algn="ctr">
              <a:defRPr sz="6000">
                <a:latin typeface="Clan-Medium" panose="02000503040000020004" pitchFamily="2" charset="0"/>
              </a:defRPr>
            </a:lvl1pPr>
          </a:lstStyle>
          <a:p>
            <a:r>
              <a:rPr lang="en-US"/>
              <a:t>Click to edit Master title style</a:t>
            </a:r>
          </a:p>
        </p:txBody>
      </p:sp>
      <p:sp>
        <p:nvSpPr>
          <p:cNvPr id="3" name="Subtitle 2">
            <a:extLst>
              <a:ext uri="{FF2B5EF4-FFF2-40B4-BE49-F238E27FC236}">
                <a16:creationId xmlns:a16="http://schemas.microsoft.com/office/drawing/2014/main" id="{A774FE78-DD38-4689-88BA-9C4E7984C444}"/>
              </a:ext>
            </a:extLst>
          </p:cNvPr>
          <p:cNvSpPr>
            <a:spLocks noGrp="1"/>
          </p:cNvSpPr>
          <p:nvPr>
            <p:ph type="subTitle" idx="1"/>
          </p:nvPr>
        </p:nvSpPr>
        <p:spPr>
          <a:xfrm>
            <a:off x="2926078" y="3602038"/>
            <a:ext cx="8427720" cy="1655762"/>
          </a:xfrm>
        </p:spPr>
        <p:txBody>
          <a:bodyPr/>
          <a:lstStyle>
            <a:lvl1pPr marL="0" indent="0" algn="ctr">
              <a:buNone/>
              <a:defRPr sz="2400">
                <a:latin typeface="Clan-Book" panose="02000503050000020004"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E3E6A227-7282-4C00-9B53-86C43038A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81D968-BED2-4B83-B15C-0DDA92123974}"/>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1" name="Graphic 10" descr="Classroom">
            <a:extLst>
              <a:ext uri="{FF2B5EF4-FFF2-40B4-BE49-F238E27FC236}">
                <a16:creationId xmlns:a16="http://schemas.microsoft.com/office/drawing/2014/main" id="{194FA857-A1EE-466B-BDFF-82DD0329BCC2}"/>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7564" y="5140939"/>
            <a:ext cx="1717061" cy="1717061"/>
          </a:xfrm>
          <a:prstGeom prst="rect">
            <a:avLst/>
          </a:prstGeom>
        </p:spPr>
      </p:pic>
    </p:spTree>
    <p:extLst>
      <p:ext uri="{BB962C8B-B14F-4D97-AF65-F5344CB8AC3E}">
        <p14:creationId xmlns:p14="http://schemas.microsoft.com/office/powerpoint/2010/main" val="4025693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72E1DB-094E-40F5-B6CA-6AC96B50030F}"/>
              </a:ext>
            </a:extLst>
          </p:cNvPr>
          <p:cNvSpPr/>
          <p:nvPr userDrawn="1"/>
        </p:nvSpPr>
        <p:spPr>
          <a:xfrm>
            <a:off x="0" y="-5344"/>
            <a:ext cx="12192000" cy="47049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7" name="Rectangle 6">
            <a:extLst>
              <a:ext uri="{FF2B5EF4-FFF2-40B4-BE49-F238E27FC236}">
                <a16:creationId xmlns:a16="http://schemas.microsoft.com/office/drawing/2014/main" id="{FA2C8B7D-46CD-43C2-B5C9-9E5F496D69EA}"/>
              </a:ext>
            </a:extLst>
          </p:cNvPr>
          <p:cNvSpPr/>
          <p:nvPr userDrawn="1"/>
        </p:nvSpPr>
        <p:spPr>
          <a:xfrm>
            <a:off x="0" y="5809797"/>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8" name="Rectangle 7">
            <a:extLst>
              <a:ext uri="{FF2B5EF4-FFF2-40B4-BE49-F238E27FC236}">
                <a16:creationId xmlns:a16="http://schemas.microsoft.com/office/drawing/2014/main" id="{529D9EF8-9DAB-4A0A-A801-F9772A387793}"/>
              </a:ext>
            </a:extLst>
          </p:cNvPr>
          <p:cNvSpPr/>
          <p:nvPr userDrawn="1"/>
        </p:nvSpPr>
        <p:spPr>
          <a:xfrm>
            <a:off x="0" y="6750793"/>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38200" y="494472"/>
            <a:ext cx="10515600" cy="711373"/>
          </a:xfrm>
        </p:spPr>
        <p:txBody>
          <a:bodyPr/>
          <a:lstStyle>
            <a:lvl1pPr>
              <a:defRPr>
                <a:latin typeface="Clan-Medium" panose="0200050304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390840"/>
            <a:ext cx="10515600" cy="4061503"/>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88089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21AAE5-7C22-4B44-B831-57FCBC60927F}"/>
              </a:ext>
            </a:extLst>
          </p:cNvPr>
          <p:cNvGrpSpPr/>
          <p:nvPr userDrawn="1"/>
        </p:nvGrpSpPr>
        <p:grpSpPr>
          <a:xfrm flipV="1">
            <a:off x="0" y="0"/>
            <a:ext cx="12213594" cy="1056703"/>
            <a:chOff x="0" y="5809797"/>
            <a:chExt cx="12213594" cy="1056703"/>
          </a:xfrm>
        </p:grpSpPr>
        <p:sp>
          <p:nvSpPr>
            <p:cNvPr id="7" name="Rectangle 6">
              <a:extLst>
                <a:ext uri="{FF2B5EF4-FFF2-40B4-BE49-F238E27FC236}">
                  <a16:creationId xmlns:a16="http://schemas.microsoft.com/office/drawing/2014/main" id="{FA2C8B7D-46CD-43C2-B5C9-9E5F496D69EA}"/>
                </a:ext>
              </a:extLst>
            </p:cNvPr>
            <p:cNvSpPr/>
            <p:nvPr userDrawn="1"/>
          </p:nvSpPr>
          <p:spPr>
            <a:xfrm>
              <a:off x="0" y="5809797"/>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8" name="Rectangle 7">
              <a:extLst>
                <a:ext uri="{FF2B5EF4-FFF2-40B4-BE49-F238E27FC236}">
                  <a16:creationId xmlns:a16="http://schemas.microsoft.com/office/drawing/2014/main" id="{529D9EF8-9DAB-4A0A-A801-F9772A387793}"/>
                </a:ext>
              </a:extLst>
            </p:cNvPr>
            <p:cNvSpPr/>
            <p:nvPr userDrawn="1"/>
          </p:nvSpPr>
          <p:spPr>
            <a:xfrm>
              <a:off x="0" y="6750793"/>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48997" y="230518"/>
            <a:ext cx="10515600" cy="711373"/>
          </a:xfrm>
        </p:spPr>
        <p:txBody>
          <a:bodyPr/>
          <a:lstStyle>
            <a:lvl1pPr>
              <a:defRPr>
                <a:latin typeface="Clan-Medium" panose="0200050304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171514"/>
            <a:ext cx="10515600"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2801893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1477287" y="230518"/>
            <a:ext cx="9887309" cy="711373"/>
          </a:xfrm>
        </p:spPr>
        <p:txBody>
          <a:bodyPr/>
          <a:lstStyle>
            <a:lvl1pPr>
              <a:defRPr>
                <a:latin typeface="Clan-Medium" panose="0200050304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1466490" y="1171514"/>
            <a:ext cx="9887309"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grpSp>
        <p:nvGrpSpPr>
          <p:cNvPr id="10" name="Group 9">
            <a:extLst>
              <a:ext uri="{FF2B5EF4-FFF2-40B4-BE49-F238E27FC236}">
                <a16:creationId xmlns:a16="http://schemas.microsoft.com/office/drawing/2014/main" id="{F1D7DAFE-16D9-4055-88FF-76567836F6F0}"/>
              </a:ext>
            </a:extLst>
          </p:cNvPr>
          <p:cNvGrpSpPr/>
          <p:nvPr userDrawn="1"/>
        </p:nvGrpSpPr>
        <p:grpSpPr>
          <a:xfrm rot="5400000" flipH="1">
            <a:off x="-2743201" y="2900647"/>
            <a:ext cx="6858000" cy="1056703"/>
            <a:chOff x="-416944" y="4961533"/>
            <a:chExt cx="12213594" cy="1056703"/>
          </a:xfrm>
        </p:grpSpPr>
        <p:sp>
          <p:nvSpPr>
            <p:cNvPr id="11" name="Rectangle 10">
              <a:extLst>
                <a:ext uri="{FF2B5EF4-FFF2-40B4-BE49-F238E27FC236}">
                  <a16:creationId xmlns:a16="http://schemas.microsoft.com/office/drawing/2014/main" id="{D8465EDF-454F-4668-A063-CEA8D37E0FFA}"/>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2" name="Rectangle 11">
              <a:extLst>
                <a:ext uri="{FF2B5EF4-FFF2-40B4-BE49-F238E27FC236}">
                  <a16:creationId xmlns:a16="http://schemas.microsoft.com/office/drawing/2014/main" id="{9F20E84F-46D2-480E-AB59-BD5178400EFF}"/>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Tree>
    <p:extLst>
      <p:ext uri="{BB962C8B-B14F-4D97-AF65-F5344CB8AC3E}">
        <p14:creationId xmlns:p14="http://schemas.microsoft.com/office/powerpoint/2010/main" val="17216981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4762500" y="0"/>
            <a:ext cx="7429500" cy="6858000"/>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a:off x="196505"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500119" y="368605"/>
            <a:ext cx="4113445" cy="2615664"/>
          </a:xfrm>
        </p:spPr>
        <p:txBody>
          <a:bodyPr anchor="b"/>
          <a:lstStyle>
            <a:lvl1pPr>
              <a:defRPr sz="6000">
                <a:latin typeface="Clan-Medium" panose="02000503040000020004"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500119" y="3082829"/>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pic>
        <p:nvPicPr>
          <p:cNvPr id="10" name="Graphic 9" descr="Building Brick Wall">
            <a:extLst>
              <a:ext uri="{FF2B5EF4-FFF2-40B4-BE49-F238E27FC236}">
                <a16:creationId xmlns:a16="http://schemas.microsoft.com/office/drawing/2014/main" id="{01157D1D-AE29-477D-BAB3-EC3B2B88012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62282" y="5929073"/>
            <a:ext cx="1001074" cy="1001074"/>
          </a:xfrm>
          <a:prstGeom prst="rect">
            <a:avLst/>
          </a:prstGeom>
        </p:spPr>
      </p:pic>
    </p:spTree>
    <p:extLst>
      <p:ext uri="{BB962C8B-B14F-4D97-AF65-F5344CB8AC3E}">
        <p14:creationId xmlns:p14="http://schemas.microsoft.com/office/powerpoint/2010/main" val="3177367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FE84532-7A49-4931-A28E-66E833AB0B42}"/>
              </a:ext>
            </a:extLst>
          </p:cNvPr>
          <p:cNvSpPr/>
          <p:nvPr userDrawn="1"/>
        </p:nvSpPr>
        <p:spPr>
          <a:xfrm>
            <a:off x="196504" y="5904683"/>
            <a:ext cx="11995495"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4762500" y="0"/>
            <a:ext cx="7429500" cy="5904683"/>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a:off x="196505"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500119" y="368605"/>
            <a:ext cx="4113445" cy="2615664"/>
          </a:xfrm>
        </p:spPr>
        <p:txBody>
          <a:bodyPr anchor="b"/>
          <a:lstStyle>
            <a:lvl1pPr>
              <a:defRPr sz="6000">
                <a:latin typeface="Clan-Medium" panose="02000503040000020004"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500119" y="3082829"/>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8572260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6FADBE89-35FB-4F5E-882E-97FE609DE4C9}"/>
              </a:ext>
            </a:extLst>
          </p:cNvPr>
          <p:cNvSpPr>
            <a:spLocks noGrp="1"/>
          </p:cNvSpPr>
          <p:nvPr>
            <p:ph type="pic" sz="quarter" idx="13"/>
          </p:nvPr>
        </p:nvSpPr>
        <p:spPr>
          <a:xfrm>
            <a:off x="0" y="0"/>
            <a:ext cx="7429500" cy="6858000"/>
          </a:xfrm>
        </p:spPr>
        <p:txBody>
          <a:bodyPr/>
          <a:lstStyle/>
          <a:p>
            <a:endParaRPr lang="en-US"/>
          </a:p>
        </p:txBody>
      </p:sp>
      <p:grpSp>
        <p:nvGrpSpPr>
          <p:cNvPr id="7" name="Group 6">
            <a:extLst>
              <a:ext uri="{FF2B5EF4-FFF2-40B4-BE49-F238E27FC236}">
                <a16:creationId xmlns:a16="http://schemas.microsoft.com/office/drawing/2014/main" id="{6AC1EC23-F519-4090-A4F3-AECDCAED2009}"/>
              </a:ext>
            </a:extLst>
          </p:cNvPr>
          <p:cNvGrpSpPr/>
          <p:nvPr userDrawn="1"/>
        </p:nvGrpSpPr>
        <p:grpSpPr>
          <a:xfrm flipH="1">
            <a:off x="7425439" y="0"/>
            <a:ext cx="4566688" cy="6858000"/>
            <a:chOff x="180741" y="0"/>
            <a:chExt cx="2402348" cy="8624664"/>
          </a:xfrm>
        </p:grpSpPr>
        <p:sp>
          <p:nvSpPr>
            <p:cNvPr id="8" name="Rectangle 7">
              <a:extLst>
                <a:ext uri="{FF2B5EF4-FFF2-40B4-BE49-F238E27FC236}">
                  <a16:creationId xmlns:a16="http://schemas.microsoft.com/office/drawing/2014/main" id="{978C203B-09F6-401D-9972-04717CE5824A}"/>
                </a:ext>
              </a:extLst>
            </p:cNvPr>
            <p:cNvSpPr/>
            <p:nvPr userDrawn="1"/>
          </p:nvSpPr>
          <p:spPr>
            <a:xfrm>
              <a:off x="249259" y="0"/>
              <a:ext cx="2333830" cy="8624664"/>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sp>
          <p:nvSpPr>
            <p:cNvPr id="9" name="Rectangle 8">
              <a:extLst>
                <a:ext uri="{FF2B5EF4-FFF2-40B4-BE49-F238E27FC236}">
                  <a16:creationId xmlns:a16="http://schemas.microsoft.com/office/drawing/2014/main" id="{078C0E29-1938-4CC0-BA13-8918A8E56D0A}"/>
                </a:ext>
              </a:extLst>
            </p:cNvPr>
            <p:cNvSpPr/>
            <p:nvPr userDrawn="1"/>
          </p:nvSpPr>
          <p:spPr>
            <a:xfrm>
              <a:off x="180741" y="0"/>
              <a:ext cx="91201" cy="8624664"/>
            </a:xfrm>
            <a:prstGeom prst="rect">
              <a:avLst/>
            </a:prstGeom>
            <a:solidFill>
              <a:srgbClr val="2E75B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E6066E79-8F20-4D60-B24D-100A7B6FBDB2}"/>
              </a:ext>
            </a:extLst>
          </p:cNvPr>
          <p:cNvSpPr>
            <a:spLocks noGrp="1"/>
          </p:cNvSpPr>
          <p:nvPr>
            <p:ph type="title"/>
          </p:nvPr>
        </p:nvSpPr>
        <p:spPr>
          <a:xfrm>
            <a:off x="7600946" y="659357"/>
            <a:ext cx="4113445" cy="2615664"/>
          </a:xfrm>
        </p:spPr>
        <p:txBody>
          <a:bodyPr anchor="b"/>
          <a:lstStyle>
            <a:lvl1pPr>
              <a:defRPr sz="6000">
                <a:latin typeface="Clan-Medium" panose="02000503040000020004" pitchFamily="2" charset="0"/>
              </a:defRPr>
            </a:lvl1pPr>
          </a:lstStyle>
          <a:p>
            <a:r>
              <a:rPr lang="en-US"/>
              <a:t>Click to edit Master title style</a:t>
            </a:r>
          </a:p>
        </p:txBody>
      </p:sp>
      <p:sp>
        <p:nvSpPr>
          <p:cNvPr id="3" name="Text Placeholder 2">
            <a:extLst>
              <a:ext uri="{FF2B5EF4-FFF2-40B4-BE49-F238E27FC236}">
                <a16:creationId xmlns:a16="http://schemas.microsoft.com/office/drawing/2014/main" id="{25A48C85-5DD0-4244-825E-23D1C4E24ACA}"/>
              </a:ext>
            </a:extLst>
          </p:cNvPr>
          <p:cNvSpPr>
            <a:spLocks noGrp="1"/>
          </p:cNvSpPr>
          <p:nvPr>
            <p:ph type="body" idx="1"/>
          </p:nvPr>
        </p:nvSpPr>
        <p:spPr>
          <a:xfrm>
            <a:off x="7600946" y="3373581"/>
            <a:ext cx="4113445" cy="2846244"/>
          </a:xfrm>
        </p:spPr>
        <p:txBody>
          <a:bodyPr/>
          <a:lstStyle>
            <a:lvl1pPr marL="0" indent="0">
              <a:buNone/>
              <a:defRPr sz="2400">
                <a:solidFill>
                  <a:schemeClr val="tx1">
                    <a:tint val="75000"/>
                  </a:schemeClr>
                </a:solidFill>
                <a:latin typeface="Clan-Book" panose="02000503050000020004" pitchFamily="2"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EB6E1E5-7AE8-4AC0-8344-518EE219991E}"/>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B6C6B1E6-4AE9-412C-BFC0-8F78A3D6F4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E39E8-4B39-444A-BB5E-7A7B5EADA766}"/>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25880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2C9A9BA-B0E6-4614-B392-E5EEC4D63C0C}"/>
              </a:ext>
            </a:extLst>
          </p:cNvPr>
          <p:cNvGrpSpPr/>
          <p:nvPr userDrawn="1"/>
        </p:nvGrpSpPr>
        <p:grpSpPr>
          <a:xfrm rot="5400000" flipH="1">
            <a:off x="-2743201" y="2900647"/>
            <a:ext cx="6858000" cy="1056703"/>
            <a:chOff x="-416944" y="4961533"/>
            <a:chExt cx="12213594" cy="1056703"/>
          </a:xfrm>
        </p:grpSpPr>
        <p:sp>
          <p:nvSpPr>
            <p:cNvPr id="8" name="Rectangle 7">
              <a:extLst>
                <a:ext uri="{FF2B5EF4-FFF2-40B4-BE49-F238E27FC236}">
                  <a16:creationId xmlns:a16="http://schemas.microsoft.com/office/drawing/2014/main" id="{D250628C-FCB5-4822-ABDD-4D949AB0AC27}"/>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9" name="Rectangle 8">
              <a:extLst>
                <a:ext uri="{FF2B5EF4-FFF2-40B4-BE49-F238E27FC236}">
                  <a16:creationId xmlns:a16="http://schemas.microsoft.com/office/drawing/2014/main" id="{BAC12EFF-EC78-4DFB-9F52-7946F250007B}"/>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BD6407C6-7F0D-456D-8F80-AAAC5172719D}"/>
              </a:ext>
            </a:extLst>
          </p:cNvPr>
          <p:cNvSpPr>
            <a:spLocks noGrp="1"/>
          </p:cNvSpPr>
          <p:nvPr>
            <p:ph type="title"/>
          </p:nvPr>
        </p:nvSpPr>
        <p:spPr>
          <a:xfrm>
            <a:off x="1403246" y="278861"/>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45D0FE5-1CE4-4F98-A437-C40E71517974}"/>
              </a:ext>
            </a:extLst>
          </p:cNvPr>
          <p:cNvSpPr>
            <a:spLocks noGrp="1"/>
          </p:cNvSpPr>
          <p:nvPr>
            <p:ph sz="half" idx="1"/>
          </p:nvPr>
        </p:nvSpPr>
        <p:spPr>
          <a:xfrm>
            <a:off x="1403246" y="1739361"/>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092083D-4951-4236-91AD-ED3F895B94A2}"/>
              </a:ext>
            </a:extLst>
          </p:cNvPr>
          <p:cNvSpPr>
            <a:spLocks noGrp="1"/>
          </p:cNvSpPr>
          <p:nvPr>
            <p:ph sz="half" idx="2"/>
          </p:nvPr>
        </p:nvSpPr>
        <p:spPr>
          <a:xfrm>
            <a:off x="6737246" y="1739361"/>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F203FE5-4876-44FF-B29F-3C68A95D0172}"/>
              </a:ext>
            </a:extLst>
          </p:cNvPr>
          <p:cNvSpPr>
            <a:spLocks noGrp="1"/>
          </p:cNvSpPr>
          <p:nvPr>
            <p:ph type="dt" sz="half" idx="10"/>
          </p:nvPr>
        </p:nvSpPr>
        <p:spPr>
          <a:xfrm>
            <a:off x="1403246" y="6270086"/>
            <a:ext cx="2743200" cy="365125"/>
          </a:xfrm>
        </p:spPr>
        <p:txBody>
          <a:bodyPr/>
          <a:lstStyle/>
          <a:p>
            <a:fld id="{22B23EF2-2872-4378-9FDE-AFEA983DA76B}" type="datetimeFigureOut">
              <a:rPr lang="en-US" smtClean="0"/>
              <a:t>6/13/2024</a:t>
            </a:fld>
            <a:endParaRPr lang="en-US"/>
          </a:p>
        </p:txBody>
      </p:sp>
      <p:sp>
        <p:nvSpPr>
          <p:cNvPr id="6" name="Footer Placeholder 5">
            <a:extLst>
              <a:ext uri="{FF2B5EF4-FFF2-40B4-BE49-F238E27FC236}">
                <a16:creationId xmlns:a16="http://schemas.microsoft.com/office/drawing/2014/main" id="{6DD62184-DC4B-4046-AD8F-1166E247A6DD}"/>
              </a:ext>
            </a:extLst>
          </p:cNvPr>
          <p:cNvSpPr>
            <a:spLocks noGrp="1"/>
          </p:cNvSpPr>
          <p:nvPr>
            <p:ph type="ftr" sz="quarter" idx="11"/>
          </p:nvPr>
        </p:nvSpPr>
        <p:spPr>
          <a:xfrm>
            <a:off x="4603646" y="6270086"/>
            <a:ext cx="4114800" cy="365125"/>
          </a:xfrm>
        </p:spPr>
        <p:txBody>
          <a:bodyPr/>
          <a:lstStyle/>
          <a:p>
            <a:endParaRPr lang="en-US"/>
          </a:p>
        </p:txBody>
      </p:sp>
      <p:sp>
        <p:nvSpPr>
          <p:cNvPr id="7" name="Slide Number Placeholder 6">
            <a:extLst>
              <a:ext uri="{FF2B5EF4-FFF2-40B4-BE49-F238E27FC236}">
                <a16:creationId xmlns:a16="http://schemas.microsoft.com/office/drawing/2014/main" id="{F7101EA4-7002-4562-AD86-4B1F98E04754}"/>
              </a:ext>
            </a:extLst>
          </p:cNvPr>
          <p:cNvSpPr>
            <a:spLocks noGrp="1"/>
          </p:cNvSpPr>
          <p:nvPr>
            <p:ph type="sldNum" sz="quarter" idx="12"/>
          </p:nvPr>
        </p:nvSpPr>
        <p:spPr>
          <a:xfrm>
            <a:off x="9175646" y="6270086"/>
            <a:ext cx="2743200" cy="365125"/>
          </a:xfrm>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122517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3CDE00C-539C-4D4B-A581-DA6FACC4CF95}"/>
              </a:ext>
            </a:extLst>
          </p:cNvPr>
          <p:cNvGrpSpPr/>
          <p:nvPr userDrawn="1"/>
        </p:nvGrpSpPr>
        <p:grpSpPr>
          <a:xfrm rot="5400000" flipH="1">
            <a:off x="-2743201" y="2900647"/>
            <a:ext cx="6858000" cy="1056703"/>
            <a:chOff x="-416944" y="4961533"/>
            <a:chExt cx="12213594" cy="1056703"/>
          </a:xfrm>
        </p:grpSpPr>
        <p:sp>
          <p:nvSpPr>
            <p:cNvPr id="14" name="Rectangle 13">
              <a:extLst>
                <a:ext uri="{FF2B5EF4-FFF2-40B4-BE49-F238E27FC236}">
                  <a16:creationId xmlns:a16="http://schemas.microsoft.com/office/drawing/2014/main" id="{B8132462-F569-4682-80CD-5DBD194747C7}"/>
                </a:ext>
              </a:extLst>
            </p:cNvPr>
            <p:cNvSpPr/>
            <p:nvPr userDrawn="1"/>
          </p:nvSpPr>
          <p:spPr>
            <a:xfrm>
              <a:off x="-416944" y="4961533"/>
              <a:ext cx="12192000" cy="94099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650"/>
            </a:p>
          </p:txBody>
        </p:sp>
        <p:sp>
          <p:nvSpPr>
            <p:cNvPr id="15" name="Rectangle 14">
              <a:extLst>
                <a:ext uri="{FF2B5EF4-FFF2-40B4-BE49-F238E27FC236}">
                  <a16:creationId xmlns:a16="http://schemas.microsoft.com/office/drawing/2014/main" id="{8526CD24-B052-45F9-8A98-E4A43F3F520F}"/>
                </a:ext>
              </a:extLst>
            </p:cNvPr>
            <p:cNvSpPr/>
            <p:nvPr userDrawn="1"/>
          </p:nvSpPr>
          <p:spPr>
            <a:xfrm>
              <a:off x="-416944" y="5902529"/>
              <a:ext cx="12213594" cy="1157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50"/>
            </a:p>
          </p:txBody>
        </p:sp>
      </p:grpSp>
      <p:sp>
        <p:nvSpPr>
          <p:cNvPr id="2" name="Title 1">
            <a:extLst>
              <a:ext uri="{FF2B5EF4-FFF2-40B4-BE49-F238E27FC236}">
                <a16:creationId xmlns:a16="http://schemas.microsoft.com/office/drawing/2014/main" id="{AAF210EF-CFAE-47E8-8AC3-AC41A18E39C8}"/>
              </a:ext>
            </a:extLst>
          </p:cNvPr>
          <p:cNvSpPr>
            <a:spLocks noGrp="1"/>
          </p:cNvSpPr>
          <p:nvPr>
            <p:ph type="title"/>
          </p:nvPr>
        </p:nvSpPr>
        <p:spPr>
          <a:xfrm>
            <a:off x="1340120" y="287488"/>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25EB43-E4B4-478A-B272-2961D5D62394}"/>
              </a:ext>
            </a:extLst>
          </p:cNvPr>
          <p:cNvSpPr>
            <a:spLocks noGrp="1"/>
          </p:cNvSpPr>
          <p:nvPr>
            <p:ph type="body" idx="1"/>
          </p:nvPr>
        </p:nvSpPr>
        <p:spPr>
          <a:xfrm>
            <a:off x="1340120" y="1603526"/>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735023A-B876-4C93-9EF2-2E5C72399CB0}"/>
              </a:ext>
            </a:extLst>
          </p:cNvPr>
          <p:cNvSpPr>
            <a:spLocks noGrp="1"/>
          </p:cNvSpPr>
          <p:nvPr>
            <p:ph sz="half" idx="2"/>
          </p:nvPr>
        </p:nvSpPr>
        <p:spPr>
          <a:xfrm>
            <a:off x="1340120" y="2427438"/>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9B19069-AA90-4EF0-95CF-B42D2D3DA6F0}"/>
              </a:ext>
            </a:extLst>
          </p:cNvPr>
          <p:cNvSpPr>
            <a:spLocks noGrp="1"/>
          </p:cNvSpPr>
          <p:nvPr>
            <p:ph type="body" sz="quarter" idx="3"/>
          </p:nvPr>
        </p:nvSpPr>
        <p:spPr>
          <a:xfrm>
            <a:off x="6672532" y="1603526"/>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2808BFD-0C70-46F9-A6B7-212D8969C6E2}"/>
              </a:ext>
            </a:extLst>
          </p:cNvPr>
          <p:cNvSpPr>
            <a:spLocks noGrp="1"/>
          </p:cNvSpPr>
          <p:nvPr>
            <p:ph sz="quarter" idx="4"/>
          </p:nvPr>
        </p:nvSpPr>
        <p:spPr>
          <a:xfrm>
            <a:off x="6672532" y="2427438"/>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E50F3E-ED90-40CF-B1BF-7315FE170CC7}"/>
              </a:ext>
            </a:extLst>
          </p:cNvPr>
          <p:cNvSpPr>
            <a:spLocks noGrp="1"/>
          </p:cNvSpPr>
          <p:nvPr>
            <p:ph type="dt" sz="half" idx="10"/>
          </p:nvPr>
        </p:nvSpPr>
        <p:spPr>
          <a:xfrm>
            <a:off x="1338532" y="6278713"/>
            <a:ext cx="2743200" cy="365125"/>
          </a:xfrm>
        </p:spPr>
        <p:txBody>
          <a:bodyPr/>
          <a:lstStyle/>
          <a:p>
            <a:fld id="{22B23EF2-2872-4378-9FDE-AFEA983DA76B}" type="datetimeFigureOut">
              <a:rPr lang="en-US" smtClean="0"/>
              <a:t>6/13/2024</a:t>
            </a:fld>
            <a:endParaRPr lang="en-US"/>
          </a:p>
        </p:txBody>
      </p:sp>
      <p:sp>
        <p:nvSpPr>
          <p:cNvPr id="8" name="Footer Placeholder 7">
            <a:extLst>
              <a:ext uri="{FF2B5EF4-FFF2-40B4-BE49-F238E27FC236}">
                <a16:creationId xmlns:a16="http://schemas.microsoft.com/office/drawing/2014/main" id="{D59C4036-5B8E-4C70-8EAB-BB4BA5EE80F4}"/>
              </a:ext>
            </a:extLst>
          </p:cNvPr>
          <p:cNvSpPr>
            <a:spLocks noGrp="1"/>
          </p:cNvSpPr>
          <p:nvPr>
            <p:ph type="ftr" sz="quarter" idx="11"/>
          </p:nvPr>
        </p:nvSpPr>
        <p:spPr>
          <a:xfrm>
            <a:off x="4538932" y="6278713"/>
            <a:ext cx="4114800" cy="365125"/>
          </a:xfrm>
        </p:spPr>
        <p:txBody>
          <a:bodyPr/>
          <a:lstStyle/>
          <a:p>
            <a:endParaRPr lang="en-US"/>
          </a:p>
        </p:txBody>
      </p:sp>
      <p:sp>
        <p:nvSpPr>
          <p:cNvPr id="9" name="Slide Number Placeholder 8">
            <a:extLst>
              <a:ext uri="{FF2B5EF4-FFF2-40B4-BE49-F238E27FC236}">
                <a16:creationId xmlns:a16="http://schemas.microsoft.com/office/drawing/2014/main" id="{93F20EF3-8C2B-4872-AFF8-2DF4D6D8CF6D}"/>
              </a:ext>
            </a:extLst>
          </p:cNvPr>
          <p:cNvSpPr>
            <a:spLocks noGrp="1"/>
          </p:cNvSpPr>
          <p:nvPr>
            <p:ph type="sldNum" sz="quarter" idx="12"/>
          </p:nvPr>
        </p:nvSpPr>
        <p:spPr>
          <a:xfrm>
            <a:off x="9110932" y="6278713"/>
            <a:ext cx="2743200" cy="365125"/>
          </a:xfrm>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3291016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A04E1-917E-6B28-611C-A4C4EAB93BA7}"/>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52A58048-2155-685D-D7DB-28D3FD91C736}"/>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4" name="Footer Placeholder 3">
            <a:extLst>
              <a:ext uri="{FF2B5EF4-FFF2-40B4-BE49-F238E27FC236}">
                <a16:creationId xmlns:a16="http://schemas.microsoft.com/office/drawing/2014/main" id="{2696BAA2-864A-F4C7-35F1-E26BFAD76EC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193C68-1F91-8802-1F80-D01327E5D944}"/>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9543335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Blank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4B0B7B-98C8-4CA2-9841-1861223C39D2}"/>
              </a:ext>
            </a:extLst>
          </p:cNvPr>
          <p:cNvSpPr>
            <a:spLocks noGrp="1"/>
          </p:cNvSpPr>
          <p:nvPr>
            <p:ph type="title"/>
          </p:nvPr>
        </p:nvSpPr>
        <p:spPr>
          <a:xfrm>
            <a:off x="848997" y="230518"/>
            <a:ext cx="10515600" cy="711373"/>
          </a:xfrm>
        </p:spPr>
        <p:txBody>
          <a:bodyPr/>
          <a:lstStyle>
            <a:lvl1pPr>
              <a:defRPr>
                <a:latin typeface="Clan-Medium" panose="02000503040000020004" pitchFamily="2" charset="0"/>
              </a:defRPr>
            </a:lvl1pPr>
          </a:lstStyle>
          <a:p>
            <a:r>
              <a:rPr lang="en-US"/>
              <a:t>Click to edit Master title style</a:t>
            </a:r>
          </a:p>
        </p:txBody>
      </p:sp>
      <p:sp>
        <p:nvSpPr>
          <p:cNvPr id="3" name="Content Placeholder 2">
            <a:extLst>
              <a:ext uri="{FF2B5EF4-FFF2-40B4-BE49-F238E27FC236}">
                <a16:creationId xmlns:a16="http://schemas.microsoft.com/office/drawing/2014/main" id="{2093B1BB-5563-4C0E-AD84-05E18FF72E05}"/>
              </a:ext>
            </a:extLst>
          </p:cNvPr>
          <p:cNvSpPr>
            <a:spLocks noGrp="1"/>
          </p:cNvSpPr>
          <p:nvPr>
            <p:ph idx="1"/>
          </p:nvPr>
        </p:nvSpPr>
        <p:spPr>
          <a:xfrm>
            <a:off x="838200" y="1171514"/>
            <a:ext cx="10515600" cy="5070024"/>
          </a:xfrm>
        </p:spPr>
        <p:txBody>
          <a:bodyPr/>
          <a:lstStyle>
            <a:lvl1pPr>
              <a:defRPr>
                <a:latin typeface="Clan-Book" panose="02000503050000020004" pitchFamily="2" charset="0"/>
              </a:defRPr>
            </a:lvl1pPr>
            <a:lvl2pPr>
              <a:defRPr>
                <a:latin typeface="Clan-Book" panose="02000503050000020004" pitchFamily="2" charset="0"/>
              </a:defRPr>
            </a:lvl2pPr>
            <a:lvl3pPr>
              <a:defRPr>
                <a:latin typeface="Clan-Book" panose="02000503050000020004" pitchFamily="2" charset="0"/>
              </a:defRPr>
            </a:lvl3pPr>
            <a:lvl4pPr>
              <a:defRPr>
                <a:latin typeface="Clan-Book" panose="02000503050000020004" pitchFamily="2" charset="0"/>
              </a:defRPr>
            </a:lvl4pPr>
            <a:lvl5pPr>
              <a:defRPr>
                <a:latin typeface="Clan-Book" panose="02000503050000020004"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F86031-9FCB-455D-9BF6-88027E425391}"/>
              </a:ext>
            </a:extLst>
          </p:cNvPr>
          <p:cNvSpPr>
            <a:spLocks noGrp="1"/>
          </p:cNvSpPr>
          <p:nvPr>
            <p:ph type="dt" sz="half" idx="10"/>
          </p:nvPr>
        </p:nvSpPr>
        <p:spPr/>
        <p:txBody>
          <a:body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0AB982F7-F996-4538-B6EC-541CD793A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FCEC184-3959-4507-8F3E-613037D1688E}"/>
              </a:ext>
            </a:extLst>
          </p:cNvPr>
          <p:cNvSpPr>
            <a:spLocks noGrp="1"/>
          </p:cNvSpPr>
          <p:nvPr>
            <p:ph type="sldNum" sz="quarter" idx="12"/>
          </p:nvPr>
        </p:nvSpPr>
        <p:spPr/>
        <p:txBody>
          <a:bodyPr/>
          <a:lstStyle/>
          <a:p>
            <a:fld id="{5B1EAF4A-F4FA-443C-A561-206E6DC988A3}" type="slidenum">
              <a:rPr lang="en-US" smtClean="0"/>
              <a:t>‹#›</a:t>
            </a:fld>
            <a:endParaRPr lang="en-US"/>
          </a:p>
        </p:txBody>
      </p:sp>
    </p:spTree>
    <p:extLst>
      <p:ext uri="{BB962C8B-B14F-4D97-AF65-F5344CB8AC3E}">
        <p14:creationId xmlns:p14="http://schemas.microsoft.com/office/powerpoint/2010/main" val="1876600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0C836A-601C-4673-97BA-270F598A250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BD68BB-20A8-4BD8-AE3E-157D760555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A36A811-963A-4BEC-BA10-1E75132FDE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B23EF2-2872-4378-9FDE-AFEA983DA76B}" type="datetimeFigureOut">
              <a:rPr lang="en-US" smtClean="0"/>
              <a:t>6/13/2024</a:t>
            </a:fld>
            <a:endParaRPr lang="en-US"/>
          </a:p>
        </p:txBody>
      </p:sp>
      <p:sp>
        <p:nvSpPr>
          <p:cNvPr id="5" name="Footer Placeholder 4">
            <a:extLst>
              <a:ext uri="{FF2B5EF4-FFF2-40B4-BE49-F238E27FC236}">
                <a16:creationId xmlns:a16="http://schemas.microsoft.com/office/drawing/2014/main" id="{1C17B18F-1ADE-42D1-AD17-50885BFA8C6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D185544-9957-4D60-8C9C-51F8E9927E6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1EAF4A-F4FA-443C-A561-206E6DC988A3}" type="slidenum">
              <a:rPr lang="en-US" smtClean="0"/>
              <a:t>‹#›</a:t>
            </a:fld>
            <a:endParaRPr lang="en-US"/>
          </a:p>
        </p:txBody>
      </p:sp>
    </p:spTree>
    <p:extLst>
      <p:ext uri="{BB962C8B-B14F-4D97-AF65-F5344CB8AC3E}">
        <p14:creationId xmlns:p14="http://schemas.microsoft.com/office/powerpoint/2010/main" val="619669831"/>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1" r:id="rId3"/>
    <p:sldLayoutId id="2147483666" r:id="rId4"/>
    <p:sldLayoutId id="2147483650" r:id="rId5"/>
    <p:sldLayoutId id="2147483660" r:id="rId6"/>
    <p:sldLayoutId id="2147483663" r:id="rId7"/>
    <p:sldLayoutId id="2147483651" r:id="rId8"/>
    <p:sldLayoutId id="2147483664" r:id="rId9"/>
    <p:sldLayoutId id="2147483662" r:id="rId10"/>
    <p:sldLayoutId id="2147483652" r:id="rId11"/>
    <p:sldLayoutId id="2147483653" r:id="rId12"/>
    <p:sldLayoutId id="2147483667" r:id="rId13"/>
    <p:sldLayoutId id="214748366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hyperlink" Target="https://dev.mysql.com/downloads/connector/j/"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hyperlink" Target="https://www.w3schools.in/mysql/setup/" TargetMode="External"/><Relationship Id="rId2" Type="http://schemas.openxmlformats.org/officeDocument/2006/relationships/hyperlink" Target="https://www.w3schools.com/mysql/mysql_install_windows.asp" TargetMode="External"/><Relationship Id="rId1" Type="http://schemas.openxmlformats.org/officeDocument/2006/relationships/slideLayout" Target="../slideLayouts/slideLayout6.xml"/><Relationship Id="rId6" Type="http://schemas.openxmlformats.org/officeDocument/2006/relationships/hyperlink" Target="https://www.javaguides.net/2019/07/java-swing-jdbc-mysql-example.html" TargetMode="External"/><Relationship Id="rId5" Type="http://schemas.openxmlformats.org/officeDocument/2006/relationships/hyperlink" Target="https://dev.mysql.com/doc/mysql-getting-started/en/" TargetMode="External"/><Relationship Id="rId4" Type="http://schemas.openxmlformats.org/officeDocument/2006/relationships/hyperlink" Target="https://dev.mysql.com/downloads/installer/"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8A89E-3CEB-859B-C75A-0801F97CBCA2}"/>
              </a:ext>
            </a:extLst>
          </p:cNvPr>
          <p:cNvSpPr>
            <a:spLocks noGrp="1"/>
          </p:cNvSpPr>
          <p:nvPr>
            <p:ph type="ctrTitle"/>
          </p:nvPr>
        </p:nvSpPr>
        <p:spPr/>
        <p:txBody>
          <a:bodyPr/>
          <a:lstStyle/>
          <a:p>
            <a:r>
              <a:rPr lang="en-US" b="1"/>
              <a:t>Database Connectivity</a:t>
            </a:r>
            <a:endParaRPr lang="en-PH"/>
          </a:p>
        </p:txBody>
      </p:sp>
      <p:sp>
        <p:nvSpPr>
          <p:cNvPr id="3" name="Subtitle 2">
            <a:extLst>
              <a:ext uri="{FF2B5EF4-FFF2-40B4-BE49-F238E27FC236}">
                <a16:creationId xmlns:a16="http://schemas.microsoft.com/office/drawing/2014/main" id="{B2261B72-1813-C4AC-1217-65A410AD83BA}"/>
              </a:ext>
            </a:extLst>
          </p:cNvPr>
          <p:cNvSpPr>
            <a:spLocks noGrp="1"/>
          </p:cNvSpPr>
          <p:nvPr>
            <p:ph type="subTitle" idx="1"/>
          </p:nvPr>
        </p:nvSpPr>
        <p:spPr/>
        <p:txBody>
          <a:bodyPr/>
          <a:lstStyle/>
          <a:p>
            <a:r>
              <a:rPr lang="en-US"/>
              <a:t>Presented by:</a:t>
            </a:r>
            <a:br>
              <a:rPr lang="en-US"/>
            </a:br>
            <a:r>
              <a:rPr lang="en-US"/>
              <a:t>Prof. Cyrus </a:t>
            </a:r>
            <a:r>
              <a:rPr lang="en-US" err="1"/>
              <a:t>Rj</a:t>
            </a:r>
            <a:r>
              <a:rPr lang="en-US"/>
              <a:t> W. Robles</a:t>
            </a:r>
            <a:endParaRPr lang="en-PH"/>
          </a:p>
          <a:p>
            <a:endParaRPr lang="en-PH"/>
          </a:p>
          <a:p>
            <a:endParaRPr lang="en-PH"/>
          </a:p>
        </p:txBody>
      </p:sp>
    </p:spTree>
    <p:extLst>
      <p:ext uri="{BB962C8B-B14F-4D97-AF65-F5344CB8AC3E}">
        <p14:creationId xmlns:p14="http://schemas.microsoft.com/office/powerpoint/2010/main" val="33412134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A720-1464-3235-0020-BC662D61771E}"/>
              </a:ext>
            </a:extLst>
          </p:cNvPr>
          <p:cNvSpPr>
            <a:spLocks noGrp="1"/>
          </p:cNvSpPr>
          <p:nvPr>
            <p:ph type="title"/>
          </p:nvPr>
        </p:nvSpPr>
        <p:spPr/>
        <p:txBody>
          <a:bodyPr/>
          <a:lstStyle/>
          <a:p>
            <a:r>
              <a:rPr lang="en-US" b="1"/>
              <a:t>What is Database?</a:t>
            </a:r>
            <a:endParaRPr lang="en-PH"/>
          </a:p>
        </p:txBody>
      </p:sp>
      <p:sp>
        <p:nvSpPr>
          <p:cNvPr id="3" name="Content Placeholder 2">
            <a:extLst>
              <a:ext uri="{FF2B5EF4-FFF2-40B4-BE49-F238E27FC236}">
                <a16:creationId xmlns:a16="http://schemas.microsoft.com/office/drawing/2014/main" id="{43C5D397-FADA-6DEB-153A-E2CE9813A5C1}"/>
              </a:ext>
            </a:extLst>
          </p:cNvPr>
          <p:cNvSpPr>
            <a:spLocks noGrp="1"/>
          </p:cNvSpPr>
          <p:nvPr>
            <p:ph idx="1"/>
          </p:nvPr>
        </p:nvSpPr>
        <p:spPr/>
        <p:txBody>
          <a:bodyPr/>
          <a:lstStyle/>
          <a:p>
            <a:r>
              <a:rPr lang="en-US"/>
              <a:t>A database is essentially an organized collection of structured data. Think of it like a giant filing cabinet for information</a:t>
            </a:r>
            <a:endParaRPr lang="en-PH"/>
          </a:p>
        </p:txBody>
      </p:sp>
    </p:spTree>
    <p:extLst>
      <p:ext uri="{BB962C8B-B14F-4D97-AF65-F5344CB8AC3E}">
        <p14:creationId xmlns:p14="http://schemas.microsoft.com/office/powerpoint/2010/main" val="3382147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B80A-551B-F632-1282-54D859B3BD9B}"/>
              </a:ext>
            </a:extLst>
          </p:cNvPr>
          <p:cNvSpPr>
            <a:spLocks noGrp="1"/>
          </p:cNvSpPr>
          <p:nvPr>
            <p:ph type="title"/>
          </p:nvPr>
        </p:nvSpPr>
        <p:spPr/>
        <p:txBody>
          <a:bodyPr/>
          <a:lstStyle/>
          <a:p>
            <a:r>
              <a:rPr lang="en-US" b="1"/>
              <a:t>Model Layer</a:t>
            </a:r>
            <a:endParaRPr lang="en-PH" b="1"/>
          </a:p>
        </p:txBody>
      </p:sp>
      <p:sp>
        <p:nvSpPr>
          <p:cNvPr id="3" name="Content Placeholder 2">
            <a:extLst>
              <a:ext uri="{FF2B5EF4-FFF2-40B4-BE49-F238E27FC236}">
                <a16:creationId xmlns:a16="http://schemas.microsoft.com/office/drawing/2014/main" id="{8E56D367-B8F8-78EA-23C5-3C1E5DCBDC27}"/>
              </a:ext>
            </a:extLst>
          </p:cNvPr>
          <p:cNvSpPr>
            <a:spLocks noGrp="1"/>
          </p:cNvSpPr>
          <p:nvPr>
            <p:ph idx="1"/>
          </p:nvPr>
        </p:nvSpPr>
        <p:spPr/>
        <p:txBody>
          <a:bodyPr/>
          <a:lstStyle/>
          <a:p>
            <a:r>
              <a:rPr lang="en-US"/>
              <a:t>The model layer in MVC is primarily responsible for representing the data and business logic of your application.</a:t>
            </a:r>
          </a:p>
          <a:p>
            <a:r>
              <a:rPr lang="en-US"/>
              <a:t>In the context of databases, the model layer often interacts with data access objects or repositories. These components handle the low-level details of fetching data from the database, translating it into model objects, and persisting changes back to the database.</a:t>
            </a:r>
          </a:p>
          <a:p>
            <a:r>
              <a:rPr lang="en-US"/>
              <a:t>The model typically doesn't have direct knowledge of the specific database technology (e.g., MySQL, Oracle) being used. It interacts with an abstraction layer that hides those implementation details.</a:t>
            </a:r>
            <a:endParaRPr lang="en-PH"/>
          </a:p>
        </p:txBody>
      </p:sp>
    </p:spTree>
    <p:extLst>
      <p:ext uri="{BB962C8B-B14F-4D97-AF65-F5344CB8AC3E}">
        <p14:creationId xmlns:p14="http://schemas.microsoft.com/office/powerpoint/2010/main" val="15768971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B80A-551B-F632-1282-54D859B3BD9B}"/>
              </a:ext>
            </a:extLst>
          </p:cNvPr>
          <p:cNvSpPr>
            <a:spLocks noGrp="1"/>
          </p:cNvSpPr>
          <p:nvPr>
            <p:ph type="title"/>
          </p:nvPr>
        </p:nvSpPr>
        <p:spPr/>
        <p:txBody>
          <a:bodyPr/>
          <a:lstStyle/>
          <a:p>
            <a:r>
              <a:rPr lang="en-US" b="1"/>
              <a:t>Controller Layer</a:t>
            </a:r>
            <a:endParaRPr lang="en-PH" b="1"/>
          </a:p>
        </p:txBody>
      </p:sp>
      <p:sp>
        <p:nvSpPr>
          <p:cNvPr id="3" name="Content Placeholder 2">
            <a:extLst>
              <a:ext uri="{FF2B5EF4-FFF2-40B4-BE49-F238E27FC236}">
                <a16:creationId xmlns:a16="http://schemas.microsoft.com/office/drawing/2014/main" id="{8E56D367-B8F8-78EA-23C5-3C1E5DCBDC27}"/>
              </a:ext>
            </a:extLst>
          </p:cNvPr>
          <p:cNvSpPr>
            <a:spLocks noGrp="1"/>
          </p:cNvSpPr>
          <p:nvPr>
            <p:ph idx="1"/>
          </p:nvPr>
        </p:nvSpPr>
        <p:spPr/>
        <p:txBody>
          <a:bodyPr/>
          <a:lstStyle/>
          <a:p>
            <a:r>
              <a:rPr lang="en-US"/>
              <a:t>The controller layer receives user requests and interacts with the model layer to retrieve or update data.</a:t>
            </a:r>
          </a:p>
          <a:p>
            <a:r>
              <a:rPr lang="en-US"/>
              <a:t>It doesn't directly access the database itself.</a:t>
            </a:r>
          </a:p>
          <a:p>
            <a:r>
              <a:rPr lang="en-US"/>
              <a:t>The controller relies on the model layer to handle database interactions through methods that expose the functionality you need.</a:t>
            </a:r>
            <a:endParaRPr lang="en-PH"/>
          </a:p>
        </p:txBody>
      </p:sp>
    </p:spTree>
    <p:extLst>
      <p:ext uri="{BB962C8B-B14F-4D97-AF65-F5344CB8AC3E}">
        <p14:creationId xmlns:p14="http://schemas.microsoft.com/office/powerpoint/2010/main" val="1373261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6B80A-551B-F632-1282-54D859B3BD9B}"/>
              </a:ext>
            </a:extLst>
          </p:cNvPr>
          <p:cNvSpPr>
            <a:spLocks noGrp="1"/>
          </p:cNvSpPr>
          <p:nvPr>
            <p:ph type="title"/>
          </p:nvPr>
        </p:nvSpPr>
        <p:spPr/>
        <p:txBody>
          <a:bodyPr/>
          <a:lstStyle/>
          <a:p>
            <a:r>
              <a:rPr lang="en-US" b="1"/>
              <a:t>View Layer</a:t>
            </a:r>
            <a:endParaRPr lang="en-PH" b="1"/>
          </a:p>
        </p:txBody>
      </p:sp>
      <p:sp>
        <p:nvSpPr>
          <p:cNvPr id="3" name="Content Placeholder 2">
            <a:extLst>
              <a:ext uri="{FF2B5EF4-FFF2-40B4-BE49-F238E27FC236}">
                <a16:creationId xmlns:a16="http://schemas.microsoft.com/office/drawing/2014/main" id="{8E56D367-B8F8-78EA-23C5-3C1E5DCBDC27}"/>
              </a:ext>
            </a:extLst>
          </p:cNvPr>
          <p:cNvSpPr>
            <a:spLocks noGrp="1"/>
          </p:cNvSpPr>
          <p:nvPr>
            <p:ph idx="1"/>
          </p:nvPr>
        </p:nvSpPr>
        <p:spPr/>
        <p:txBody>
          <a:bodyPr/>
          <a:lstStyle/>
          <a:p>
            <a:r>
              <a:rPr lang="en-US"/>
              <a:t>The view layer is responsible for presenting data to the user.</a:t>
            </a:r>
          </a:p>
          <a:p>
            <a:r>
              <a:rPr lang="en-US"/>
              <a:t>It interacts with the model layer to get the data it needs to display.</a:t>
            </a:r>
          </a:p>
          <a:p>
            <a:r>
              <a:rPr lang="en-US"/>
              <a:t>The view layer has no direct connection to the database either.</a:t>
            </a:r>
            <a:endParaRPr lang="en-PH"/>
          </a:p>
        </p:txBody>
      </p:sp>
    </p:spTree>
    <p:extLst>
      <p:ext uri="{BB962C8B-B14F-4D97-AF65-F5344CB8AC3E}">
        <p14:creationId xmlns:p14="http://schemas.microsoft.com/office/powerpoint/2010/main" val="29460314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0FFFA-51A3-C52B-F6CD-34E13D2D425A}"/>
              </a:ext>
            </a:extLst>
          </p:cNvPr>
          <p:cNvSpPr>
            <a:spLocks noGrp="1"/>
          </p:cNvSpPr>
          <p:nvPr>
            <p:ph type="title"/>
          </p:nvPr>
        </p:nvSpPr>
        <p:spPr/>
        <p:txBody>
          <a:bodyPr/>
          <a:lstStyle/>
          <a:p>
            <a:r>
              <a:rPr lang="en-US" b="1"/>
              <a:t>Concept of Data</a:t>
            </a:r>
            <a:endParaRPr lang="en-PH" b="1"/>
          </a:p>
        </p:txBody>
      </p:sp>
      <p:sp>
        <p:nvSpPr>
          <p:cNvPr id="3" name="Text Placeholder 2">
            <a:extLst>
              <a:ext uri="{FF2B5EF4-FFF2-40B4-BE49-F238E27FC236}">
                <a16:creationId xmlns:a16="http://schemas.microsoft.com/office/drawing/2014/main" id="{FF230D63-E70E-E41C-47A6-D913F0096E08}"/>
              </a:ext>
            </a:extLst>
          </p:cNvPr>
          <p:cNvSpPr>
            <a:spLocks noGrp="1"/>
          </p:cNvSpPr>
          <p:nvPr>
            <p:ph type="body" idx="1"/>
          </p:nvPr>
        </p:nvSpPr>
        <p:spPr/>
        <p:txBody>
          <a:bodyPr/>
          <a:lstStyle/>
          <a:p>
            <a:r>
              <a:rPr lang="en-US"/>
              <a:t>Database</a:t>
            </a:r>
            <a:endParaRPr lang="en-PH"/>
          </a:p>
        </p:txBody>
      </p:sp>
      <p:sp>
        <p:nvSpPr>
          <p:cNvPr id="4" name="Content Placeholder 3">
            <a:extLst>
              <a:ext uri="{FF2B5EF4-FFF2-40B4-BE49-F238E27FC236}">
                <a16:creationId xmlns:a16="http://schemas.microsoft.com/office/drawing/2014/main" id="{5DB5B8C0-F5E6-3EEE-21B9-0E7786C46A62}"/>
              </a:ext>
            </a:extLst>
          </p:cNvPr>
          <p:cNvSpPr>
            <a:spLocks noGrp="1"/>
          </p:cNvSpPr>
          <p:nvPr>
            <p:ph sz="half" idx="2"/>
          </p:nvPr>
        </p:nvSpPr>
        <p:spPr/>
        <p:txBody>
          <a:bodyPr>
            <a:normAutofit fontScale="92500" lnSpcReduction="20000"/>
          </a:bodyPr>
          <a:lstStyle/>
          <a:p>
            <a:r>
              <a:rPr lang="en-US"/>
              <a:t>Structured and organized data for efficient retrieval and manipulation.</a:t>
            </a:r>
          </a:p>
          <a:p>
            <a:r>
              <a:rPr lang="en-US"/>
              <a:t>Data integrity and consistency with clear rules enforced.</a:t>
            </a:r>
          </a:p>
          <a:p>
            <a:r>
              <a:rPr lang="en-US"/>
              <a:t>Concurrency control for multi-user access.</a:t>
            </a:r>
          </a:p>
          <a:p>
            <a:r>
              <a:rPr lang="en-US"/>
              <a:t>Scalability to handle large data volumes.</a:t>
            </a:r>
          </a:p>
          <a:p>
            <a:r>
              <a:rPr lang="en-US"/>
              <a:t>Robust security mechanisms.</a:t>
            </a:r>
            <a:endParaRPr lang="en-PH"/>
          </a:p>
        </p:txBody>
      </p:sp>
      <p:sp>
        <p:nvSpPr>
          <p:cNvPr id="5" name="Text Placeholder 4">
            <a:extLst>
              <a:ext uri="{FF2B5EF4-FFF2-40B4-BE49-F238E27FC236}">
                <a16:creationId xmlns:a16="http://schemas.microsoft.com/office/drawing/2014/main" id="{07DFBF28-645F-C840-52BA-17C72E6A7588}"/>
              </a:ext>
            </a:extLst>
          </p:cNvPr>
          <p:cNvSpPr>
            <a:spLocks noGrp="1"/>
          </p:cNvSpPr>
          <p:nvPr>
            <p:ph type="body" sz="quarter" idx="3"/>
          </p:nvPr>
        </p:nvSpPr>
        <p:spPr/>
        <p:txBody>
          <a:bodyPr/>
          <a:lstStyle/>
          <a:p>
            <a:r>
              <a:rPr lang="en-US"/>
              <a:t>File Reading and Writing</a:t>
            </a:r>
            <a:endParaRPr lang="en-PH"/>
          </a:p>
        </p:txBody>
      </p:sp>
      <p:sp>
        <p:nvSpPr>
          <p:cNvPr id="6" name="Content Placeholder 5">
            <a:extLst>
              <a:ext uri="{FF2B5EF4-FFF2-40B4-BE49-F238E27FC236}">
                <a16:creationId xmlns:a16="http://schemas.microsoft.com/office/drawing/2014/main" id="{51044742-E396-C40A-C058-706E119010C9}"/>
              </a:ext>
            </a:extLst>
          </p:cNvPr>
          <p:cNvSpPr>
            <a:spLocks noGrp="1"/>
          </p:cNvSpPr>
          <p:nvPr>
            <p:ph sz="quarter" idx="4"/>
          </p:nvPr>
        </p:nvSpPr>
        <p:spPr/>
        <p:txBody>
          <a:bodyPr>
            <a:normAutofit fontScale="92500" lnSpcReduction="20000"/>
          </a:bodyPr>
          <a:lstStyle/>
          <a:p>
            <a:r>
              <a:rPr lang="en-US"/>
              <a:t>A simple and quick way to store and access relatively small amounts of data.</a:t>
            </a:r>
          </a:p>
          <a:p>
            <a:r>
              <a:rPr lang="en-US"/>
              <a:t>Portability across different systems.</a:t>
            </a:r>
          </a:p>
          <a:p>
            <a:r>
              <a:rPr lang="en-US"/>
              <a:t>Performance benefits for specific use cases involving frequently accessed files.</a:t>
            </a:r>
            <a:endParaRPr lang="en-PH"/>
          </a:p>
        </p:txBody>
      </p:sp>
    </p:spTree>
    <p:extLst>
      <p:ext uri="{BB962C8B-B14F-4D97-AF65-F5344CB8AC3E}">
        <p14:creationId xmlns:p14="http://schemas.microsoft.com/office/powerpoint/2010/main" val="154133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EA720-1464-3235-0020-BC662D61771E}"/>
              </a:ext>
            </a:extLst>
          </p:cNvPr>
          <p:cNvSpPr>
            <a:spLocks noGrp="1"/>
          </p:cNvSpPr>
          <p:nvPr>
            <p:ph type="title"/>
          </p:nvPr>
        </p:nvSpPr>
        <p:spPr/>
        <p:txBody>
          <a:bodyPr/>
          <a:lstStyle/>
          <a:p>
            <a:r>
              <a:rPr lang="en-US" b="1"/>
              <a:t>Java Database Connectivity</a:t>
            </a:r>
            <a:endParaRPr lang="en-PH"/>
          </a:p>
        </p:txBody>
      </p:sp>
      <p:sp>
        <p:nvSpPr>
          <p:cNvPr id="3" name="Content Placeholder 2">
            <a:extLst>
              <a:ext uri="{FF2B5EF4-FFF2-40B4-BE49-F238E27FC236}">
                <a16:creationId xmlns:a16="http://schemas.microsoft.com/office/drawing/2014/main" id="{43C5D397-FADA-6DEB-153A-E2CE9813A5C1}"/>
              </a:ext>
            </a:extLst>
          </p:cNvPr>
          <p:cNvSpPr>
            <a:spLocks noGrp="1"/>
          </p:cNvSpPr>
          <p:nvPr>
            <p:ph idx="1"/>
          </p:nvPr>
        </p:nvSpPr>
        <p:spPr/>
        <p:txBody>
          <a:bodyPr/>
          <a:lstStyle/>
          <a:p>
            <a:pPr marL="0" indent="0">
              <a:buNone/>
            </a:pPr>
            <a:r>
              <a:rPr lang="en-US" sz="2800"/>
              <a:t>Java Database Connectivity (JDBC) is a Java API for connecting and interacting with relational databases. It provides a standard interface for Java applications to access and manipulate data stored in databases using SQL (Structured Query Language). With JDBC, developers can establish connections to databases, execute SQL queries, retrieve and update data, and manage transactions, making it an essential tool for building database-driven applications in Java.</a:t>
            </a:r>
          </a:p>
        </p:txBody>
      </p:sp>
    </p:spTree>
    <p:extLst>
      <p:ext uri="{BB962C8B-B14F-4D97-AF65-F5344CB8AC3E}">
        <p14:creationId xmlns:p14="http://schemas.microsoft.com/office/powerpoint/2010/main" val="1276101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04EF-0331-7B0C-13E1-827826943506}"/>
              </a:ext>
            </a:extLst>
          </p:cNvPr>
          <p:cNvSpPr>
            <a:spLocks noGrp="1"/>
          </p:cNvSpPr>
          <p:nvPr>
            <p:ph type="ctrTitle"/>
          </p:nvPr>
        </p:nvSpPr>
        <p:spPr/>
        <p:txBody>
          <a:bodyPr/>
          <a:lstStyle/>
          <a:p>
            <a:r>
              <a:rPr lang="en-US" b="1"/>
              <a:t>Set-up </a:t>
            </a:r>
            <a:r>
              <a:rPr lang="en-US" b="1" err="1"/>
              <a:t>MySql</a:t>
            </a:r>
            <a:r>
              <a:rPr lang="en-US" b="1"/>
              <a:t> Database</a:t>
            </a:r>
            <a:endParaRPr lang="en-PH" b="1"/>
          </a:p>
        </p:txBody>
      </p:sp>
      <p:sp>
        <p:nvSpPr>
          <p:cNvPr id="3" name="Subtitle 2">
            <a:extLst>
              <a:ext uri="{FF2B5EF4-FFF2-40B4-BE49-F238E27FC236}">
                <a16:creationId xmlns:a16="http://schemas.microsoft.com/office/drawing/2014/main" id="{E077BDBA-685D-F0E3-59C2-063E51DB5AFA}"/>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2383098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1</a:t>
            </a:r>
            <a:r>
              <a:rPr lang="en-US" b="1" baseline="30000"/>
              <a:t>st</a:t>
            </a:r>
            <a:r>
              <a:rPr lang="en-US" b="1"/>
              <a:t>  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a:xfrm>
            <a:off x="852577" y="1214646"/>
            <a:ext cx="10515600" cy="5070024"/>
          </a:xfrm>
        </p:spPr>
        <p:txBody>
          <a:bodyPr/>
          <a:lstStyle/>
          <a:p>
            <a:pPr marL="0" indent="0">
              <a:buNone/>
            </a:pPr>
            <a:r>
              <a:rPr lang="en-PH"/>
              <a:t>https://dev.mysql.com/downloads/installer/</a:t>
            </a:r>
            <a:br>
              <a:rPr lang="en-PH"/>
            </a:br>
            <a:endParaRPr lang="en-PH"/>
          </a:p>
        </p:txBody>
      </p:sp>
      <p:pic>
        <p:nvPicPr>
          <p:cNvPr id="5" name="Picture 4">
            <a:extLst>
              <a:ext uri="{FF2B5EF4-FFF2-40B4-BE49-F238E27FC236}">
                <a16:creationId xmlns:a16="http://schemas.microsoft.com/office/drawing/2014/main" id="{EF055D82-9153-02D7-0F18-03B1A15DC893}"/>
              </a:ext>
            </a:extLst>
          </p:cNvPr>
          <p:cNvPicPr>
            <a:picLocks noChangeAspect="1"/>
          </p:cNvPicPr>
          <p:nvPr/>
        </p:nvPicPr>
        <p:blipFill rotWithShape="1">
          <a:blip r:embed="rId2"/>
          <a:srcRect t="-303" b="303"/>
          <a:stretch/>
        </p:blipFill>
        <p:spPr>
          <a:xfrm>
            <a:off x="2704789" y="1726328"/>
            <a:ext cx="6831775" cy="4748918"/>
          </a:xfrm>
          <a:prstGeom prst="rect">
            <a:avLst/>
          </a:prstGeom>
        </p:spPr>
      </p:pic>
    </p:spTree>
    <p:extLst>
      <p:ext uri="{BB962C8B-B14F-4D97-AF65-F5344CB8AC3E}">
        <p14:creationId xmlns:p14="http://schemas.microsoft.com/office/powerpoint/2010/main" val="1191924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2</a:t>
            </a:r>
            <a:r>
              <a:rPr lang="en-US" b="1" baseline="30000"/>
              <a:t>nd</a:t>
            </a:r>
            <a:r>
              <a:rPr lang="en-US" b="1"/>
              <a:t>  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p:txBody>
          <a:bodyPr/>
          <a:lstStyle/>
          <a:p>
            <a:pPr marL="0" indent="0">
              <a:buNone/>
            </a:pPr>
            <a:r>
              <a:rPr lang="en-PH"/>
              <a:t>Choose Full</a:t>
            </a:r>
            <a:br>
              <a:rPr lang="en-PH"/>
            </a:br>
            <a:endParaRPr lang="en-PH"/>
          </a:p>
        </p:txBody>
      </p:sp>
      <p:pic>
        <p:nvPicPr>
          <p:cNvPr id="6" name="Picture 5">
            <a:extLst>
              <a:ext uri="{FF2B5EF4-FFF2-40B4-BE49-F238E27FC236}">
                <a16:creationId xmlns:a16="http://schemas.microsoft.com/office/drawing/2014/main" id="{1425DCCC-C4CD-BEF5-1C8E-30BA8201D23F}"/>
              </a:ext>
            </a:extLst>
          </p:cNvPr>
          <p:cNvPicPr>
            <a:picLocks noChangeAspect="1"/>
          </p:cNvPicPr>
          <p:nvPr/>
        </p:nvPicPr>
        <p:blipFill>
          <a:blip r:embed="rId2"/>
          <a:stretch>
            <a:fillRect/>
          </a:stretch>
        </p:blipFill>
        <p:spPr>
          <a:xfrm>
            <a:off x="2871160" y="1247226"/>
            <a:ext cx="6449679" cy="4899645"/>
          </a:xfrm>
          <a:prstGeom prst="rect">
            <a:avLst/>
          </a:prstGeom>
        </p:spPr>
      </p:pic>
    </p:spTree>
    <p:extLst>
      <p:ext uri="{BB962C8B-B14F-4D97-AF65-F5344CB8AC3E}">
        <p14:creationId xmlns:p14="http://schemas.microsoft.com/office/powerpoint/2010/main" val="24356523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3</a:t>
            </a:r>
            <a:r>
              <a:rPr lang="en-US" b="1" baseline="30000"/>
              <a:t>rd</a:t>
            </a:r>
            <a:r>
              <a:rPr lang="en-US" b="1"/>
              <a:t>  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p:txBody>
          <a:bodyPr/>
          <a:lstStyle/>
          <a:p>
            <a:pPr marL="0" indent="0">
              <a:buNone/>
            </a:pPr>
            <a:r>
              <a:rPr lang="en-PH"/>
              <a:t>Default settings</a:t>
            </a:r>
            <a:br>
              <a:rPr lang="en-PH"/>
            </a:br>
            <a:endParaRPr lang="en-PH"/>
          </a:p>
        </p:txBody>
      </p:sp>
      <p:pic>
        <p:nvPicPr>
          <p:cNvPr id="5" name="Picture 4">
            <a:extLst>
              <a:ext uri="{FF2B5EF4-FFF2-40B4-BE49-F238E27FC236}">
                <a16:creationId xmlns:a16="http://schemas.microsoft.com/office/drawing/2014/main" id="{C14988C5-76EA-3D56-ABFF-F01FDB2C6C44}"/>
              </a:ext>
            </a:extLst>
          </p:cNvPr>
          <p:cNvPicPr>
            <a:picLocks noChangeAspect="1"/>
          </p:cNvPicPr>
          <p:nvPr/>
        </p:nvPicPr>
        <p:blipFill>
          <a:blip r:embed="rId2"/>
          <a:stretch>
            <a:fillRect/>
          </a:stretch>
        </p:blipFill>
        <p:spPr>
          <a:xfrm>
            <a:off x="2793197" y="1638796"/>
            <a:ext cx="6627199" cy="4988686"/>
          </a:xfrm>
          <a:prstGeom prst="rect">
            <a:avLst/>
          </a:prstGeom>
        </p:spPr>
      </p:pic>
    </p:spTree>
    <p:extLst>
      <p:ext uri="{BB962C8B-B14F-4D97-AF65-F5344CB8AC3E}">
        <p14:creationId xmlns:p14="http://schemas.microsoft.com/office/powerpoint/2010/main" val="4146851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4</a:t>
            </a:r>
            <a:r>
              <a:rPr lang="en-US" b="1" baseline="30000"/>
              <a:t>th</a:t>
            </a:r>
            <a:r>
              <a:rPr lang="en-US" b="1"/>
              <a:t>  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p:txBody>
          <a:bodyPr/>
          <a:lstStyle/>
          <a:p>
            <a:pPr marL="0" indent="0">
              <a:buNone/>
            </a:pPr>
            <a:r>
              <a:rPr lang="en-PH"/>
              <a:t>Set-up the credentials </a:t>
            </a:r>
            <a:br>
              <a:rPr lang="en-PH"/>
            </a:br>
            <a:endParaRPr lang="en-PH"/>
          </a:p>
        </p:txBody>
      </p:sp>
      <p:pic>
        <p:nvPicPr>
          <p:cNvPr id="6" name="Picture 5">
            <a:extLst>
              <a:ext uri="{FF2B5EF4-FFF2-40B4-BE49-F238E27FC236}">
                <a16:creationId xmlns:a16="http://schemas.microsoft.com/office/drawing/2014/main" id="{003F5B8C-3AF9-0C2A-C1B0-18F9E04367DA}"/>
              </a:ext>
            </a:extLst>
          </p:cNvPr>
          <p:cNvPicPr>
            <a:picLocks noChangeAspect="1"/>
          </p:cNvPicPr>
          <p:nvPr/>
        </p:nvPicPr>
        <p:blipFill>
          <a:blip r:embed="rId2"/>
          <a:stretch>
            <a:fillRect/>
          </a:stretch>
        </p:blipFill>
        <p:spPr>
          <a:xfrm>
            <a:off x="2774711" y="1617108"/>
            <a:ext cx="6642578" cy="5010374"/>
          </a:xfrm>
          <a:prstGeom prst="rect">
            <a:avLst/>
          </a:prstGeom>
        </p:spPr>
      </p:pic>
    </p:spTree>
    <p:extLst>
      <p:ext uri="{BB962C8B-B14F-4D97-AF65-F5344CB8AC3E}">
        <p14:creationId xmlns:p14="http://schemas.microsoft.com/office/powerpoint/2010/main" val="33808272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04EF-0331-7B0C-13E1-827826943506}"/>
              </a:ext>
            </a:extLst>
          </p:cNvPr>
          <p:cNvSpPr>
            <a:spLocks noGrp="1"/>
          </p:cNvSpPr>
          <p:nvPr>
            <p:ph type="ctrTitle"/>
          </p:nvPr>
        </p:nvSpPr>
        <p:spPr/>
        <p:txBody>
          <a:bodyPr/>
          <a:lstStyle/>
          <a:p>
            <a:r>
              <a:rPr lang="en-US" b="1"/>
              <a:t>Set-up J/Connector</a:t>
            </a:r>
            <a:endParaRPr lang="en-PH" b="1"/>
          </a:p>
        </p:txBody>
      </p:sp>
      <p:sp>
        <p:nvSpPr>
          <p:cNvPr id="3" name="Subtitle 2">
            <a:extLst>
              <a:ext uri="{FF2B5EF4-FFF2-40B4-BE49-F238E27FC236}">
                <a16:creationId xmlns:a16="http://schemas.microsoft.com/office/drawing/2014/main" id="{E077BDBA-685D-F0E3-59C2-063E51DB5AFA}"/>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1241772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1</a:t>
            </a:r>
            <a:r>
              <a:rPr lang="en-US" b="1" baseline="30000"/>
              <a:t>st</a:t>
            </a:r>
            <a:r>
              <a:rPr lang="en-US" b="1"/>
              <a:t> 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p:txBody>
          <a:bodyPr/>
          <a:lstStyle/>
          <a:p>
            <a:pPr marL="0" indent="0">
              <a:buNone/>
            </a:pPr>
            <a:r>
              <a:rPr lang="en-PH"/>
              <a:t>GOTO: </a:t>
            </a:r>
            <a:r>
              <a:rPr lang="en-PH">
                <a:hlinkClick r:id="rId2"/>
              </a:rPr>
              <a:t>https://dev.mysql.com/downloads/connector/j/</a:t>
            </a:r>
            <a:endParaRPr lang="en-PH"/>
          </a:p>
          <a:p>
            <a:pPr marL="0" indent="0">
              <a:buNone/>
            </a:pPr>
            <a:r>
              <a:rPr lang="en-PH"/>
              <a:t>and choose Platform Independent</a:t>
            </a:r>
          </a:p>
        </p:txBody>
      </p:sp>
      <p:pic>
        <p:nvPicPr>
          <p:cNvPr id="6" name="Picture 5">
            <a:extLst>
              <a:ext uri="{FF2B5EF4-FFF2-40B4-BE49-F238E27FC236}">
                <a16:creationId xmlns:a16="http://schemas.microsoft.com/office/drawing/2014/main" id="{E4B61714-6BFE-9DB5-1A98-77236C479A56}"/>
              </a:ext>
            </a:extLst>
          </p:cNvPr>
          <p:cNvPicPr>
            <a:picLocks noChangeAspect="1"/>
          </p:cNvPicPr>
          <p:nvPr/>
        </p:nvPicPr>
        <p:blipFill>
          <a:blip r:embed="rId3"/>
          <a:stretch>
            <a:fillRect/>
          </a:stretch>
        </p:blipFill>
        <p:spPr>
          <a:xfrm>
            <a:off x="994453" y="2142310"/>
            <a:ext cx="10203093" cy="4328851"/>
          </a:xfrm>
          <a:prstGeom prst="rect">
            <a:avLst/>
          </a:prstGeom>
        </p:spPr>
      </p:pic>
    </p:spTree>
    <p:extLst>
      <p:ext uri="{BB962C8B-B14F-4D97-AF65-F5344CB8AC3E}">
        <p14:creationId xmlns:p14="http://schemas.microsoft.com/office/powerpoint/2010/main" val="34405793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8648D-EB20-B8C7-89EB-4303040C06DF}"/>
              </a:ext>
            </a:extLst>
          </p:cNvPr>
          <p:cNvSpPr>
            <a:spLocks noGrp="1"/>
          </p:cNvSpPr>
          <p:nvPr>
            <p:ph type="title"/>
          </p:nvPr>
        </p:nvSpPr>
        <p:spPr/>
        <p:txBody>
          <a:bodyPr/>
          <a:lstStyle/>
          <a:p>
            <a:r>
              <a:rPr lang="en-US" b="1"/>
              <a:t>2</a:t>
            </a:r>
            <a:r>
              <a:rPr lang="en-US" b="1" baseline="30000"/>
              <a:t>nd </a:t>
            </a:r>
            <a:r>
              <a:rPr lang="en-US" b="1"/>
              <a:t>Step</a:t>
            </a:r>
            <a:endParaRPr lang="en-PH" b="1"/>
          </a:p>
        </p:txBody>
      </p:sp>
      <p:sp>
        <p:nvSpPr>
          <p:cNvPr id="3" name="Content Placeholder 2">
            <a:extLst>
              <a:ext uri="{FF2B5EF4-FFF2-40B4-BE49-F238E27FC236}">
                <a16:creationId xmlns:a16="http://schemas.microsoft.com/office/drawing/2014/main" id="{1752FE68-56AC-8872-921D-97013E35DD92}"/>
              </a:ext>
            </a:extLst>
          </p:cNvPr>
          <p:cNvSpPr>
            <a:spLocks noGrp="1"/>
          </p:cNvSpPr>
          <p:nvPr>
            <p:ph idx="1"/>
          </p:nvPr>
        </p:nvSpPr>
        <p:spPr>
          <a:xfrm>
            <a:off x="838200" y="1171514"/>
            <a:ext cx="10515600" cy="5455968"/>
          </a:xfrm>
        </p:spPr>
        <p:txBody>
          <a:bodyPr>
            <a:normAutofit lnSpcReduction="10000"/>
          </a:bodyPr>
          <a:lstStyle/>
          <a:p>
            <a:pPr marL="0" indent="0">
              <a:buNone/>
            </a:pPr>
            <a:r>
              <a:rPr lang="en-PH"/>
              <a:t>Select .zip file format and extract it. </a:t>
            </a:r>
          </a:p>
          <a:p>
            <a:pPr marL="0" indent="0">
              <a:buNone/>
            </a:pPr>
            <a:endParaRPr lang="en-PH"/>
          </a:p>
          <a:p>
            <a:pPr marL="0" indent="0">
              <a:buNone/>
            </a:pPr>
            <a:endParaRPr lang="en-PH"/>
          </a:p>
          <a:p>
            <a:pPr marL="0" indent="0">
              <a:buNone/>
            </a:pPr>
            <a:endParaRPr lang="en-PH"/>
          </a:p>
          <a:p>
            <a:pPr marL="0" indent="0">
              <a:buNone/>
            </a:pPr>
            <a:endParaRPr lang="en-PH"/>
          </a:p>
          <a:p>
            <a:pPr marL="0" indent="0">
              <a:buNone/>
            </a:pPr>
            <a:endParaRPr lang="en-PH"/>
          </a:p>
          <a:p>
            <a:pPr marL="0" indent="0">
              <a:buNone/>
            </a:pPr>
            <a:endParaRPr lang="en-PH"/>
          </a:p>
          <a:p>
            <a:pPr marL="0" indent="0">
              <a:buNone/>
            </a:pPr>
            <a:endParaRPr lang="en-PH"/>
          </a:p>
          <a:p>
            <a:pPr marL="0" indent="0">
              <a:buNone/>
            </a:pPr>
            <a:endParaRPr lang="en-PH"/>
          </a:p>
          <a:p>
            <a:pPr marL="0" indent="0">
              <a:buNone/>
            </a:pPr>
            <a:endParaRPr lang="en-PH"/>
          </a:p>
          <a:p>
            <a:pPr marL="0" indent="0">
              <a:buNone/>
            </a:pPr>
            <a:r>
              <a:rPr lang="en-PH" sz="2200"/>
              <a:t>NOTE: Find the .jar file and add it to the Java Project Libraries.</a:t>
            </a:r>
          </a:p>
        </p:txBody>
      </p:sp>
      <p:pic>
        <p:nvPicPr>
          <p:cNvPr id="8" name="Picture 7">
            <a:extLst>
              <a:ext uri="{FF2B5EF4-FFF2-40B4-BE49-F238E27FC236}">
                <a16:creationId xmlns:a16="http://schemas.microsoft.com/office/drawing/2014/main" id="{D546A8B8-6362-56F1-7AF3-56E9D5ABD03E}"/>
              </a:ext>
            </a:extLst>
          </p:cNvPr>
          <p:cNvPicPr>
            <a:picLocks noChangeAspect="1"/>
          </p:cNvPicPr>
          <p:nvPr/>
        </p:nvPicPr>
        <p:blipFill rotWithShape="1">
          <a:blip r:embed="rId2"/>
          <a:srcRect b="5120"/>
          <a:stretch/>
        </p:blipFill>
        <p:spPr>
          <a:xfrm>
            <a:off x="2266691" y="1615700"/>
            <a:ext cx="7658617" cy="4070786"/>
          </a:xfrm>
          <a:prstGeom prst="rect">
            <a:avLst/>
          </a:prstGeom>
        </p:spPr>
      </p:pic>
    </p:spTree>
    <p:extLst>
      <p:ext uri="{BB962C8B-B14F-4D97-AF65-F5344CB8AC3E}">
        <p14:creationId xmlns:p14="http://schemas.microsoft.com/office/powerpoint/2010/main" val="15933208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04EF-0331-7B0C-13E1-827826943506}"/>
              </a:ext>
            </a:extLst>
          </p:cNvPr>
          <p:cNvSpPr>
            <a:spLocks noGrp="1"/>
          </p:cNvSpPr>
          <p:nvPr>
            <p:ph type="ctrTitle"/>
          </p:nvPr>
        </p:nvSpPr>
        <p:spPr/>
        <p:txBody>
          <a:bodyPr/>
          <a:lstStyle/>
          <a:p>
            <a:r>
              <a:rPr lang="en-US" b="1"/>
              <a:t>Java Database Connectivity</a:t>
            </a:r>
            <a:endParaRPr lang="en-PH" b="1"/>
          </a:p>
        </p:txBody>
      </p:sp>
      <p:sp>
        <p:nvSpPr>
          <p:cNvPr id="3" name="Subtitle 2">
            <a:extLst>
              <a:ext uri="{FF2B5EF4-FFF2-40B4-BE49-F238E27FC236}">
                <a16:creationId xmlns:a16="http://schemas.microsoft.com/office/drawing/2014/main" id="{E077BDBA-685D-F0E3-59C2-063E51DB5AFA}"/>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9551388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E94B4-A51D-7B29-7AD8-B96BE5212040}"/>
              </a:ext>
            </a:extLst>
          </p:cNvPr>
          <p:cNvSpPr>
            <a:spLocks noGrp="1"/>
          </p:cNvSpPr>
          <p:nvPr>
            <p:ph type="title"/>
          </p:nvPr>
        </p:nvSpPr>
        <p:spPr/>
        <p:txBody>
          <a:bodyPr/>
          <a:lstStyle/>
          <a:p>
            <a:r>
              <a:rPr lang="en-US" b="1"/>
              <a:t>Connectivity Source Code </a:t>
            </a:r>
            <a:endParaRPr lang="en-PH" b="1"/>
          </a:p>
        </p:txBody>
      </p:sp>
      <p:sp>
        <p:nvSpPr>
          <p:cNvPr id="3" name="Content Placeholder 2">
            <a:extLst>
              <a:ext uri="{FF2B5EF4-FFF2-40B4-BE49-F238E27FC236}">
                <a16:creationId xmlns:a16="http://schemas.microsoft.com/office/drawing/2014/main" id="{B835997E-8306-958B-DBC4-3BB68F955854}"/>
              </a:ext>
            </a:extLst>
          </p:cNvPr>
          <p:cNvSpPr>
            <a:spLocks noGrp="1"/>
          </p:cNvSpPr>
          <p:nvPr>
            <p:ph sz="half" idx="1"/>
          </p:nvPr>
        </p:nvSpPr>
        <p:spPr>
          <a:xfrm>
            <a:off x="1219980" y="1749006"/>
            <a:ext cx="5181600" cy="4341693"/>
          </a:xfrm>
        </p:spPr>
        <p:txBody>
          <a:bodyPr vert="horz" lIns="91440" tIns="45720" rIns="91440" bIns="45720" rtlCol="0" anchor="t">
            <a:normAutofit fontScale="47500" lnSpcReduction="20000"/>
          </a:bodyPr>
          <a:lstStyle/>
          <a:p>
            <a:pPr marL="0" indent="0" algn="just">
              <a:buNone/>
            </a:pPr>
            <a:r>
              <a:rPr lang="en-US">
                <a:latin typeface="Footlight MT Light"/>
              </a:rPr>
              <a:t> </a:t>
            </a:r>
            <a:endParaRPr lang="en-US" sz="2800">
              <a:latin typeface="Footlight MT Light"/>
            </a:endParaRPr>
          </a:p>
          <a:p>
            <a:pPr marL="0" indent="0" algn="just">
              <a:buNone/>
            </a:pPr>
            <a:endParaRPr lang="en-US" sz="2800">
              <a:latin typeface="Footlight MT Light" panose="0204060206030A020304" pitchFamily="18" charset="0"/>
            </a:endParaRPr>
          </a:p>
          <a:p>
            <a:pPr marL="0" indent="0" algn="just">
              <a:buNone/>
            </a:pPr>
            <a:r>
              <a:rPr lang="en-US" sz="2800">
                <a:latin typeface="Footlight MT Light"/>
              </a:rPr>
              <a:t>public class </a:t>
            </a:r>
            <a:r>
              <a:rPr lang="en-US" sz="2800" err="1">
                <a:latin typeface="Footlight MT Light"/>
              </a:rPr>
              <a:t>DatabaseConnection</a:t>
            </a:r>
            <a:r>
              <a:rPr lang="en-US" sz="2800">
                <a:latin typeface="Footlight MT Light"/>
              </a:rPr>
              <a:t> {</a:t>
            </a:r>
          </a:p>
          <a:p>
            <a:pPr marL="0" indent="0" algn="just">
              <a:buNone/>
            </a:pPr>
            <a:r>
              <a:rPr lang="en-US">
                <a:latin typeface="Footlight MT Light"/>
              </a:rPr>
              <a:t>   </a:t>
            </a:r>
            <a:r>
              <a:rPr lang="en-US" sz="2800">
                <a:latin typeface="Footlight MT Light"/>
              </a:rPr>
              <a:t> public static void main(String[] </a:t>
            </a:r>
            <a:r>
              <a:rPr lang="en-US" sz="2800" err="1">
                <a:latin typeface="Footlight MT Light"/>
              </a:rPr>
              <a:t>args</a:t>
            </a:r>
            <a:r>
              <a:rPr lang="en-US" sz="2800">
                <a:latin typeface="Footlight MT Light"/>
              </a:rPr>
              <a:t>) {</a:t>
            </a:r>
          </a:p>
          <a:p>
            <a:pPr marL="0" indent="0" algn="just">
              <a:buNone/>
            </a:pPr>
            <a:r>
              <a:rPr lang="en-US">
                <a:latin typeface="Footlight MT Light"/>
              </a:rPr>
              <a:t>       </a:t>
            </a:r>
            <a:r>
              <a:rPr lang="en-US" sz="2800">
                <a:latin typeface="Footlight MT Light"/>
              </a:rPr>
              <a:t> String </a:t>
            </a:r>
            <a:r>
              <a:rPr lang="en-US" sz="2800" err="1">
                <a:latin typeface="Footlight MT Light"/>
              </a:rPr>
              <a:t>url</a:t>
            </a:r>
            <a:r>
              <a:rPr lang="en-US" sz="2800">
                <a:latin typeface="Footlight MT Light"/>
              </a:rPr>
              <a:t> = "</a:t>
            </a:r>
            <a:r>
              <a:rPr lang="en-US" sz="2800" err="1">
                <a:latin typeface="Footlight MT Light"/>
              </a:rPr>
              <a:t>jdbc:mysql</a:t>
            </a:r>
            <a:r>
              <a:rPr lang="en-US" sz="2800">
                <a:latin typeface="Footlight MT Light"/>
              </a:rPr>
              <a:t>://localhost:3306/</a:t>
            </a:r>
            <a:r>
              <a:rPr lang="en-US" sz="2800" err="1">
                <a:latin typeface="Footlight MT Light"/>
              </a:rPr>
              <a:t>mydatabase</a:t>
            </a:r>
            <a:r>
              <a:rPr lang="en-US" sz="2800">
                <a:latin typeface="Footlight MT Light"/>
              </a:rPr>
              <a:t>"; // JDBC URL for the MySQL database</a:t>
            </a:r>
          </a:p>
          <a:p>
            <a:pPr marL="0" indent="0" algn="just">
              <a:buNone/>
            </a:pPr>
            <a:r>
              <a:rPr lang="en-US">
                <a:latin typeface="Footlight MT Light"/>
              </a:rPr>
              <a:t>       </a:t>
            </a:r>
            <a:r>
              <a:rPr lang="en-US" sz="2800">
                <a:latin typeface="Footlight MT Light"/>
              </a:rPr>
              <a:t> String user = "username"; // Replace with your database username</a:t>
            </a:r>
          </a:p>
          <a:p>
            <a:pPr marL="0" indent="0" algn="just">
              <a:buNone/>
            </a:pPr>
            <a:r>
              <a:rPr lang="en-US">
                <a:latin typeface="Footlight MT Light"/>
              </a:rPr>
              <a:t>       </a:t>
            </a:r>
            <a:r>
              <a:rPr lang="en-US" sz="2800">
                <a:latin typeface="Footlight MT Light"/>
              </a:rPr>
              <a:t> String password = "password"; // Replace with your database password</a:t>
            </a:r>
          </a:p>
          <a:p>
            <a:pPr marL="457200" lvl="1" indent="0" algn="just">
              <a:buNone/>
            </a:pPr>
            <a:r>
              <a:rPr lang="en-US" err="1">
                <a:latin typeface="Footlight MT Light"/>
              </a:rPr>
              <a:t>initDB</a:t>
            </a:r>
            <a:r>
              <a:rPr lang="en-US">
                <a:latin typeface="Footlight MT Light"/>
              </a:rPr>
              <a:t>(</a:t>
            </a:r>
            <a:r>
              <a:rPr lang="en-US" err="1">
                <a:latin typeface="Footlight MT Light"/>
              </a:rPr>
              <a:t>url</a:t>
            </a:r>
            <a:r>
              <a:rPr lang="en-US">
                <a:latin typeface="Footlight MT Light"/>
              </a:rPr>
              <a:t>, user, password);</a:t>
            </a:r>
          </a:p>
          <a:p>
            <a:pPr marL="457200" lvl="1" indent="0" algn="just">
              <a:buNone/>
            </a:pPr>
            <a:r>
              <a:rPr lang="en-US">
                <a:latin typeface="Footlight MT Light"/>
              </a:rPr>
              <a:t> </a:t>
            </a:r>
            <a:br>
              <a:rPr lang="en-US">
                <a:latin typeface="Footlight MT Light" panose="0204060206030A020304" pitchFamily="18" charset="0"/>
              </a:rPr>
            </a:br>
            <a:r>
              <a:rPr lang="en-US">
                <a:latin typeface="Footlight MT Light"/>
              </a:rPr>
              <a:t>}</a:t>
            </a:r>
          </a:p>
          <a:p>
            <a:pPr marL="0" indent="0" algn="just">
              <a:buNone/>
            </a:pPr>
            <a:r>
              <a:rPr lang="en-US" sz="2800">
                <a:latin typeface="Footlight MT Light"/>
              </a:rPr>
              <a:t>}</a:t>
            </a:r>
          </a:p>
          <a:p>
            <a:endParaRPr lang="en-PH"/>
          </a:p>
        </p:txBody>
      </p:sp>
      <p:sp>
        <p:nvSpPr>
          <p:cNvPr id="4" name="Content Placeholder 3">
            <a:extLst>
              <a:ext uri="{FF2B5EF4-FFF2-40B4-BE49-F238E27FC236}">
                <a16:creationId xmlns:a16="http://schemas.microsoft.com/office/drawing/2014/main" id="{B6AF60BD-243A-939F-9DC6-CC232972E80B}"/>
              </a:ext>
            </a:extLst>
          </p:cNvPr>
          <p:cNvSpPr>
            <a:spLocks noGrp="1"/>
          </p:cNvSpPr>
          <p:nvPr>
            <p:ph sz="half" idx="2"/>
          </p:nvPr>
        </p:nvSpPr>
        <p:spPr/>
        <p:txBody>
          <a:bodyPr>
            <a:normAutofit fontScale="47500" lnSpcReduction="20000"/>
          </a:bodyPr>
          <a:lstStyle/>
          <a:p>
            <a:pPr marL="0" indent="0" algn="just">
              <a:buNone/>
            </a:pPr>
            <a:r>
              <a:rPr lang="en-US">
                <a:latin typeface="Footlight MT Light" panose="0204060206030A020304" pitchFamily="18" charset="0"/>
              </a:rPr>
              <a:t>public void </a:t>
            </a:r>
            <a:r>
              <a:rPr lang="en-US" err="1">
                <a:latin typeface="Footlight MT Light" panose="0204060206030A020304" pitchFamily="18" charset="0"/>
              </a:rPr>
              <a:t>initDB</a:t>
            </a:r>
            <a:r>
              <a:rPr lang="en-US">
                <a:latin typeface="Footlight MT Light" panose="0204060206030A020304" pitchFamily="18" charset="0"/>
              </a:rPr>
              <a:t>(</a:t>
            </a:r>
            <a:r>
              <a:rPr lang="en-US" sz="2800">
                <a:latin typeface="Footlight MT Light" panose="0204060206030A020304" pitchFamily="18" charset="0"/>
              </a:rPr>
              <a:t>String </a:t>
            </a:r>
            <a:r>
              <a:rPr lang="en-US" sz="2800" err="1">
                <a:latin typeface="Footlight MT Light" panose="0204060206030A020304" pitchFamily="18" charset="0"/>
              </a:rPr>
              <a:t>url</a:t>
            </a:r>
            <a:r>
              <a:rPr lang="en-US">
                <a:latin typeface="Footlight MT Light" panose="0204060206030A020304" pitchFamily="18" charset="0"/>
              </a:rPr>
              <a:t>, String user, String password){</a:t>
            </a:r>
            <a:endParaRPr lang="en-US" sz="2800">
              <a:latin typeface="Footlight MT Light" panose="0204060206030A020304" pitchFamily="18" charset="0"/>
            </a:endParaRPr>
          </a:p>
          <a:p>
            <a:pPr marL="0" indent="0" algn="just">
              <a:buNone/>
            </a:pPr>
            <a:r>
              <a:rPr lang="en-US" sz="2800">
                <a:latin typeface="Footlight MT Light" panose="0204060206030A020304" pitchFamily="18" charset="0"/>
              </a:rPr>
              <a:t>try {</a:t>
            </a:r>
          </a:p>
          <a:p>
            <a:pPr marL="0" indent="0" algn="just">
              <a:buNone/>
            </a:pPr>
            <a:r>
              <a:rPr lang="en-US" sz="2800">
                <a:latin typeface="Footlight MT Light" panose="0204060206030A020304" pitchFamily="18" charset="0"/>
              </a:rPr>
              <a:t>            // Establish connection</a:t>
            </a:r>
          </a:p>
          <a:p>
            <a:pPr marL="0" indent="0" algn="just">
              <a:buNone/>
            </a:pPr>
            <a:r>
              <a:rPr lang="en-US" sz="2800">
                <a:latin typeface="Footlight MT Light" panose="0204060206030A020304" pitchFamily="18" charset="0"/>
              </a:rPr>
              <a:t>            Connection </a:t>
            </a:r>
            <a:r>
              <a:rPr lang="en-US" sz="2800" err="1">
                <a:latin typeface="Footlight MT Light" panose="0204060206030A020304" pitchFamily="18" charset="0"/>
              </a:rPr>
              <a:t>connection</a:t>
            </a:r>
            <a:r>
              <a:rPr lang="en-US" sz="2800">
                <a:latin typeface="Footlight MT Light" panose="0204060206030A020304" pitchFamily="18" charset="0"/>
              </a:rPr>
              <a:t> = </a:t>
            </a:r>
            <a:r>
              <a:rPr lang="en-US" sz="2800" err="1">
                <a:latin typeface="Footlight MT Light" panose="0204060206030A020304" pitchFamily="18" charset="0"/>
              </a:rPr>
              <a:t>DriverManager.getConnection</a:t>
            </a:r>
            <a:r>
              <a:rPr lang="en-US" sz="2800">
                <a:latin typeface="Footlight MT Light" panose="0204060206030A020304" pitchFamily="18" charset="0"/>
              </a:rPr>
              <a:t>(</a:t>
            </a:r>
            <a:r>
              <a:rPr lang="en-US" sz="2800" err="1">
                <a:latin typeface="Footlight MT Light" panose="0204060206030A020304" pitchFamily="18" charset="0"/>
              </a:rPr>
              <a:t>url</a:t>
            </a:r>
            <a:r>
              <a:rPr lang="en-US" sz="2800">
                <a:latin typeface="Footlight MT Light" panose="0204060206030A020304" pitchFamily="18" charset="0"/>
              </a:rPr>
              <a:t>, user, password);</a:t>
            </a:r>
          </a:p>
          <a:p>
            <a:pPr marL="0" indent="0" algn="just">
              <a:buNone/>
            </a:pPr>
            <a:r>
              <a:rPr lang="en-US" sz="2800">
                <a:latin typeface="Footlight MT Light" panose="0204060206030A020304" pitchFamily="18" charset="0"/>
              </a:rPr>
              <a:t>            </a:t>
            </a:r>
            <a:r>
              <a:rPr lang="en-US" sz="2800" err="1">
                <a:latin typeface="Footlight MT Light" panose="0204060206030A020304" pitchFamily="18" charset="0"/>
              </a:rPr>
              <a:t>System.out.println</a:t>
            </a:r>
            <a:r>
              <a:rPr lang="en-US" sz="2800">
                <a:latin typeface="Footlight MT Light" panose="0204060206030A020304" pitchFamily="18" charset="0"/>
              </a:rPr>
              <a:t>("Connected to the database!");</a:t>
            </a:r>
          </a:p>
          <a:p>
            <a:pPr marL="0" indent="0" algn="just">
              <a:buNone/>
            </a:pPr>
            <a:endParaRPr lang="en-US" sz="2800">
              <a:latin typeface="Footlight MT Light" panose="0204060206030A020304" pitchFamily="18" charset="0"/>
            </a:endParaRPr>
          </a:p>
          <a:p>
            <a:pPr marL="0" indent="0" algn="just">
              <a:buNone/>
            </a:pPr>
            <a:r>
              <a:rPr lang="en-US" sz="2800">
                <a:latin typeface="Footlight MT Light" panose="0204060206030A020304" pitchFamily="18" charset="0"/>
              </a:rPr>
              <a:t>            // Perform database operations (e.g., execute queries, update records, etc.)</a:t>
            </a:r>
          </a:p>
          <a:p>
            <a:pPr marL="0" indent="0" algn="just">
              <a:buNone/>
            </a:pPr>
            <a:endParaRPr lang="en-US" sz="2800">
              <a:latin typeface="Footlight MT Light" panose="0204060206030A020304" pitchFamily="18" charset="0"/>
            </a:endParaRPr>
          </a:p>
          <a:p>
            <a:pPr marL="0" indent="0" algn="just">
              <a:buNone/>
            </a:pPr>
            <a:r>
              <a:rPr lang="en-US" sz="2800">
                <a:latin typeface="Footlight MT Light" panose="0204060206030A020304" pitchFamily="18" charset="0"/>
              </a:rPr>
              <a:t>            // Close connection</a:t>
            </a:r>
          </a:p>
          <a:p>
            <a:pPr marL="0" indent="0" algn="just">
              <a:buNone/>
            </a:pPr>
            <a:r>
              <a:rPr lang="en-US" sz="2800">
                <a:latin typeface="Footlight MT Light" panose="0204060206030A020304" pitchFamily="18" charset="0"/>
              </a:rPr>
              <a:t>            </a:t>
            </a:r>
            <a:r>
              <a:rPr lang="en-US" sz="2800" err="1">
                <a:latin typeface="Footlight MT Light" panose="0204060206030A020304" pitchFamily="18" charset="0"/>
              </a:rPr>
              <a:t>connection.close</a:t>
            </a:r>
            <a:r>
              <a:rPr lang="en-US" sz="2800">
                <a:latin typeface="Footlight MT Light" panose="0204060206030A020304" pitchFamily="18" charset="0"/>
              </a:rPr>
              <a:t>();</a:t>
            </a:r>
          </a:p>
          <a:p>
            <a:pPr marL="0" indent="0" algn="just">
              <a:buNone/>
            </a:pPr>
            <a:r>
              <a:rPr lang="en-US" sz="2800">
                <a:latin typeface="Footlight MT Light" panose="0204060206030A020304" pitchFamily="18" charset="0"/>
              </a:rPr>
              <a:t>            </a:t>
            </a:r>
            <a:r>
              <a:rPr lang="en-US" sz="2800" err="1">
                <a:latin typeface="Footlight MT Light" panose="0204060206030A020304" pitchFamily="18" charset="0"/>
              </a:rPr>
              <a:t>System.out.println</a:t>
            </a:r>
            <a:r>
              <a:rPr lang="en-US" sz="2800">
                <a:latin typeface="Footlight MT Light" panose="0204060206030A020304" pitchFamily="18" charset="0"/>
              </a:rPr>
              <a:t>("Connection closed.");</a:t>
            </a:r>
          </a:p>
          <a:p>
            <a:pPr marL="0" indent="0" algn="just">
              <a:buNone/>
            </a:pPr>
            <a:r>
              <a:rPr lang="en-US" sz="2800">
                <a:latin typeface="Footlight MT Light" panose="0204060206030A020304" pitchFamily="18" charset="0"/>
              </a:rPr>
              <a:t>        } catch (</a:t>
            </a:r>
            <a:r>
              <a:rPr lang="en-US" sz="2800" err="1">
                <a:latin typeface="Footlight MT Light" panose="0204060206030A020304" pitchFamily="18" charset="0"/>
              </a:rPr>
              <a:t>SQLException</a:t>
            </a:r>
            <a:r>
              <a:rPr lang="en-US" sz="2800">
                <a:latin typeface="Footlight MT Light" panose="0204060206030A020304" pitchFamily="18" charset="0"/>
              </a:rPr>
              <a:t> e) {</a:t>
            </a:r>
          </a:p>
          <a:p>
            <a:pPr marL="0" indent="0" algn="just">
              <a:buNone/>
            </a:pPr>
            <a:r>
              <a:rPr lang="en-US" sz="2800">
                <a:latin typeface="Footlight MT Light" panose="0204060206030A020304" pitchFamily="18" charset="0"/>
              </a:rPr>
              <a:t>            </a:t>
            </a:r>
            <a:r>
              <a:rPr lang="en-US" sz="2800" err="1">
                <a:latin typeface="Footlight MT Light" panose="0204060206030A020304" pitchFamily="18" charset="0"/>
              </a:rPr>
              <a:t>e.printStackTrace</a:t>
            </a:r>
            <a:r>
              <a:rPr lang="en-US" sz="2800">
                <a:latin typeface="Footlight MT Light" panose="0204060206030A020304" pitchFamily="18" charset="0"/>
              </a:rPr>
              <a:t>();</a:t>
            </a:r>
          </a:p>
          <a:p>
            <a:pPr marL="0" indent="0" algn="just">
              <a:buNone/>
            </a:pPr>
            <a:r>
              <a:rPr lang="en-US" sz="2800">
                <a:latin typeface="Footlight MT Light" panose="0204060206030A020304" pitchFamily="18" charset="0"/>
              </a:rPr>
              <a:t>        }</a:t>
            </a:r>
          </a:p>
          <a:p>
            <a:pPr marL="0" indent="0" algn="just">
              <a:buNone/>
            </a:pPr>
            <a:r>
              <a:rPr lang="en-US">
                <a:latin typeface="Footlight MT Light" panose="0204060206030A020304" pitchFamily="18" charset="0"/>
              </a:rPr>
              <a:t>}</a:t>
            </a:r>
            <a:endParaRPr lang="en-PH"/>
          </a:p>
        </p:txBody>
      </p:sp>
    </p:spTree>
    <p:extLst>
      <p:ext uri="{BB962C8B-B14F-4D97-AF65-F5344CB8AC3E}">
        <p14:creationId xmlns:p14="http://schemas.microsoft.com/office/powerpoint/2010/main" val="20751321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D04EF-0331-7B0C-13E1-827826943506}"/>
              </a:ext>
            </a:extLst>
          </p:cNvPr>
          <p:cNvSpPr>
            <a:spLocks noGrp="1"/>
          </p:cNvSpPr>
          <p:nvPr>
            <p:ph type="ctrTitle"/>
          </p:nvPr>
        </p:nvSpPr>
        <p:spPr/>
        <p:txBody>
          <a:bodyPr/>
          <a:lstStyle/>
          <a:p>
            <a:r>
              <a:rPr lang="en-US" b="1"/>
              <a:t>Activity</a:t>
            </a:r>
            <a:endParaRPr lang="en-PH" b="1"/>
          </a:p>
        </p:txBody>
      </p:sp>
      <p:sp>
        <p:nvSpPr>
          <p:cNvPr id="3" name="Subtitle 2">
            <a:extLst>
              <a:ext uri="{FF2B5EF4-FFF2-40B4-BE49-F238E27FC236}">
                <a16:creationId xmlns:a16="http://schemas.microsoft.com/office/drawing/2014/main" id="{E077BDBA-685D-F0E3-59C2-063E51DB5AFA}"/>
              </a:ext>
            </a:extLst>
          </p:cNvPr>
          <p:cNvSpPr>
            <a:spLocks noGrp="1"/>
          </p:cNvSpPr>
          <p:nvPr>
            <p:ph type="subTitle" idx="1"/>
          </p:nvPr>
        </p:nvSpPr>
        <p:spPr/>
        <p:txBody>
          <a:bodyPr/>
          <a:lstStyle/>
          <a:p>
            <a:endParaRPr lang="en-PH"/>
          </a:p>
        </p:txBody>
      </p:sp>
    </p:spTree>
    <p:extLst>
      <p:ext uri="{BB962C8B-B14F-4D97-AF65-F5344CB8AC3E}">
        <p14:creationId xmlns:p14="http://schemas.microsoft.com/office/powerpoint/2010/main" val="3067985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B5526-8150-46FE-1024-6FDFD56551E3}"/>
              </a:ext>
            </a:extLst>
          </p:cNvPr>
          <p:cNvSpPr>
            <a:spLocks noGrp="1"/>
          </p:cNvSpPr>
          <p:nvPr>
            <p:ph type="title"/>
          </p:nvPr>
        </p:nvSpPr>
        <p:spPr/>
        <p:txBody>
          <a:bodyPr/>
          <a:lstStyle/>
          <a:p>
            <a:r>
              <a:rPr lang="en-US"/>
              <a:t>References</a:t>
            </a:r>
            <a:endParaRPr lang="en-PH"/>
          </a:p>
        </p:txBody>
      </p:sp>
      <p:sp>
        <p:nvSpPr>
          <p:cNvPr id="3" name="Content Placeholder 2">
            <a:extLst>
              <a:ext uri="{FF2B5EF4-FFF2-40B4-BE49-F238E27FC236}">
                <a16:creationId xmlns:a16="http://schemas.microsoft.com/office/drawing/2014/main" id="{FE421D11-C303-817C-5233-A8A9EC7648DD}"/>
              </a:ext>
            </a:extLst>
          </p:cNvPr>
          <p:cNvSpPr>
            <a:spLocks noGrp="1"/>
          </p:cNvSpPr>
          <p:nvPr>
            <p:ph idx="1"/>
          </p:nvPr>
        </p:nvSpPr>
        <p:spPr>
          <a:xfrm>
            <a:off x="1050403" y="1229387"/>
            <a:ext cx="10515600" cy="5070024"/>
          </a:xfrm>
        </p:spPr>
        <p:txBody>
          <a:bodyPr/>
          <a:lstStyle/>
          <a:p>
            <a:pPr marL="0" indent="0">
              <a:buNone/>
            </a:pPr>
            <a:r>
              <a:rPr lang="en-PH" i="1">
                <a:hlinkClick r:id="rId2"/>
              </a:rPr>
              <a:t>https://www.w3schools.com/mysql/mysql_install_windows.asp</a:t>
            </a:r>
            <a:endParaRPr lang="en-PH" i="1"/>
          </a:p>
          <a:p>
            <a:pPr marL="0" indent="0">
              <a:buNone/>
            </a:pPr>
            <a:r>
              <a:rPr lang="en-PH" i="1">
                <a:hlinkClick r:id="rId3"/>
              </a:rPr>
              <a:t>https://www.w3schools.in/mysql/setup/</a:t>
            </a:r>
            <a:endParaRPr lang="en-PH" i="1"/>
          </a:p>
          <a:p>
            <a:pPr marL="0" indent="0">
              <a:buNone/>
            </a:pPr>
            <a:r>
              <a:rPr lang="en-PH" i="1">
                <a:hlinkClick r:id="rId4"/>
              </a:rPr>
              <a:t>https://dev.mysql.com/downloads/installer/</a:t>
            </a:r>
            <a:endParaRPr lang="en-PH" i="1"/>
          </a:p>
          <a:p>
            <a:pPr marL="0" indent="0">
              <a:buNone/>
            </a:pPr>
            <a:r>
              <a:rPr lang="en-PH" i="1">
                <a:hlinkClick r:id="rId5"/>
              </a:rPr>
              <a:t>https://dev.mysql.com/doc/mysql-getting-started/en/</a:t>
            </a:r>
            <a:endParaRPr lang="en-PH" i="1"/>
          </a:p>
          <a:p>
            <a:pPr marL="0" indent="0">
              <a:buNone/>
            </a:pPr>
            <a:r>
              <a:rPr lang="en-PH" i="1">
                <a:hlinkClick r:id="rId6"/>
              </a:rPr>
              <a:t>https://www.javaguides.net/2019/07/java-swing-jdbc-mysql-example.html</a:t>
            </a:r>
            <a:endParaRPr lang="en-PH" i="1"/>
          </a:p>
          <a:p>
            <a:pPr marL="0" indent="0">
              <a:buNone/>
            </a:pPr>
            <a:endParaRPr lang="en-PH" i="1"/>
          </a:p>
          <a:p>
            <a:pPr marL="0" indent="0">
              <a:buNone/>
            </a:pPr>
            <a:endParaRPr lang="en-PH" i="1"/>
          </a:p>
          <a:p>
            <a:endParaRPr lang="en-PH" i="1"/>
          </a:p>
        </p:txBody>
      </p:sp>
    </p:spTree>
    <p:extLst>
      <p:ext uri="{BB962C8B-B14F-4D97-AF65-F5344CB8AC3E}">
        <p14:creationId xmlns:p14="http://schemas.microsoft.com/office/powerpoint/2010/main" val="6530923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A030E-85A6-9AAA-B43F-19FB21AE11AC}"/>
              </a:ext>
            </a:extLst>
          </p:cNvPr>
          <p:cNvSpPr>
            <a:spLocks noGrp="1"/>
          </p:cNvSpPr>
          <p:nvPr>
            <p:ph type="title"/>
          </p:nvPr>
        </p:nvSpPr>
        <p:spPr>
          <a:xfrm>
            <a:off x="838200" y="1965671"/>
            <a:ext cx="10515600" cy="2926658"/>
          </a:xfrm>
        </p:spPr>
        <p:txBody>
          <a:bodyPr>
            <a:normAutofit/>
          </a:bodyPr>
          <a:lstStyle/>
          <a:p>
            <a:pPr algn="ctr"/>
            <a:r>
              <a:rPr lang="en-PH" sz="5400" b="1">
                <a:latin typeface="+mn-lt"/>
              </a:rPr>
              <a:t>Thank </a:t>
            </a:r>
            <a:r>
              <a:rPr lang="en-PH" sz="5400" b="1" err="1">
                <a:latin typeface="+mn-lt"/>
              </a:rPr>
              <a:t>youuu</a:t>
            </a:r>
            <a:r>
              <a:rPr lang="en-PH" sz="5400" b="1">
                <a:latin typeface="+mn-lt"/>
              </a:rPr>
              <a:t>!!</a:t>
            </a:r>
            <a:endParaRPr lang="en-PH" sz="5400">
              <a:latin typeface="+mn-lt"/>
            </a:endParaRPr>
          </a:p>
        </p:txBody>
      </p:sp>
    </p:spTree>
    <p:extLst>
      <p:ext uri="{BB962C8B-B14F-4D97-AF65-F5344CB8AC3E}">
        <p14:creationId xmlns:p14="http://schemas.microsoft.com/office/powerpoint/2010/main" val="1632611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BE22A5FA3A2044CB9CD88DCBEA97603" ma:contentTypeVersion="14" ma:contentTypeDescription="Create a new document." ma:contentTypeScope="" ma:versionID="add9614137543b78dcbd012fba14612c">
  <xsd:schema xmlns:xsd="http://www.w3.org/2001/XMLSchema" xmlns:xs="http://www.w3.org/2001/XMLSchema" xmlns:p="http://schemas.microsoft.com/office/2006/metadata/properties" xmlns:ns2="9a780629-4d19-4bb9-9056-9a589cd4d271" xmlns:ns3="6de439ce-b7a3-4fe1-9235-7bacf5677901" targetNamespace="http://schemas.microsoft.com/office/2006/metadata/properties" ma:root="true" ma:fieldsID="ff15d42874a67466ae73f4094a57046d" ns2:_="" ns3:_="">
    <xsd:import namespace="9a780629-4d19-4bb9-9056-9a589cd4d271"/>
    <xsd:import namespace="6de439ce-b7a3-4fe1-9235-7bacf5677901"/>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a780629-4d19-4bb9-9056-9a589cd4d27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0475df7c-731a-48f9-b587-d0ce67fd3439" ma:termSetId="09814cd3-568e-fe90-9814-8d621ff8fb84" ma:anchorId="fba54fb3-c3e1-fe81-a776-ca4b69148c4d" ma:open="true" ma:isKeyword="false">
      <xsd:complexType>
        <xsd:sequence>
          <xsd:element ref="pc:Terms" minOccurs="0" maxOccurs="1"/>
        </xsd:sequence>
      </xsd:complex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de439ce-b7a3-4fe1-9235-7bacf5677901"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7220bbd5-5dd0-4cc5-8ff1-a93b22e2889e}" ma:internalName="TaxCatchAll" ma:showField="CatchAllData" ma:web="6de439ce-b7a3-4fe1-9235-7bacf5677901">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de439ce-b7a3-4fe1-9235-7bacf5677901" xsi:nil="true"/>
    <lcf76f155ced4ddcb4097134ff3c332f xmlns="9a780629-4d19-4bb9-9056-9a589cd4d271">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4F17401-7E23-45DF-9A08-E386BC811FC8}">
  <ds:schemaRefs>
    <ds:schemaRef ds:uri="http://schemas.microsoft.com/sharepoint/v3/contenttype/forms"/>
  </ds:schemaRefs>
</ds:datastoreItem>
</file>

<file path=customXml/itemProps2.xml><?xml version="1.0" encoding="utf-8"?>
<ds:datastoreItem xmlns:ds="http://schemas.openxmlformats.org/officeDocument/2006/customXml" ds:itemID="{B1C0C73D-0BC4-4334-9FE8-AED69B88007B}">
  <ds:schemaRefs>
    <ds:schemaRef ds:uri="6de439ce-b7a3-4fe1-9235-7bacf5677901"/>
    <ds:schemaRef ds:uri="9a780629-4d19-4bb9-9056-9a589cd4d27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D39F0FF-A358-4D9F-8976-BEE96A36A487}">
  <ds:schemaRefs>
    <ds:schemaRef ds:uri="4da98b77-e5c5-4b36-b9de-c114a2c2c848"/>
    <ds:schemaRef ds:uri="6de439ce-b7a3-4fe1-9235-7bacf5677901"/>
    <ds:schemaRef ds:uri="9a780629-4d19-4bb9-9056-9a589cd4d271"/>
    <ds:schemaRef ds:uri="e7da3552-a5ce-4fbc-b6a0-d009838d080c"/>
    <ds:schemaRef ds:uri="http://schemas.microsoft.com/office/2006/metadata/properties"/>
    <ds:schemaRef ds:uri="http://schemas.microsoft.com/office/infopath/2007/PartnerControls"/>
    <ds:schemaRef ds:uri="http://schemas.microsoft.com/sharepoint/v3"/>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20</Slides>
  <Notes>4</Notes>
  <HiddenSlides>0</HiddenSlide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Database Connectivity</vt:lpstr>
      <vt:lpstr>What is Database?</vt:lpstr>
      <vt:lpstr>Model Layer</vt:lpstr>
      <vt:lpstr>Controller Layer</vt:lpstr>
      <vt:lpstr>View Layer</vt:lpstr>
      <vt:lpstr>Concept of Data</vt:lpstr>
      <vt:lpstr>Java Database Connectivity</vt:lpstr>
      <vt:lpstr>Set-up MySql Database</vt:lpstr>
      <vt:lpstr>1st  Step</vt:lpstr>
      <vt:lpstr>2nd  Step</vt:lpstr>
      <vt:lpstr>3rd  Step</vt:lpstr>
      <vt:lpstr>4th  Step</vt:lpstr>
      <vt:lpstr>Set-up J/Connector</vt:lpstr>
      <vt:lpstr>1st Step</vt:lpstr>
      <vt:lpstr>2nd Step</vt:lpstr>
      <vt:lpstr>Java Database Connectivity</vt:lpstr>
      <vt:lpstr>Connectivity Source Code </vt:lpstr>
      <vt:lpstr>Activity</vt:lpstr>
      <vt:lpstr>References</vt:lpstr>
      <vt:lpstr>Thank youuu!!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Ryan Richard H. Guadana</dc:creator>
  <cp:revision>1</cp:revision>
  <dcterms:created xsi:type="dcterms:W3CDTF">2020-08-03T03:06:31Z</dcterms:created>
  <dcterms:modified xsi:type="dcterms:W3CDTF">2024-06-13T11:38:47Z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0x0101000BE22A5FA3A2044CB9CD88DCBEA97603</vt:lpwstr>
  </property>
  <property fmtid="{D5CDD505-2E9C-101B-9397-08002B2CF9AE}" pid="3" name="MediaServiceImageTags">
    <vt:lpwstr/>
  </property>
</Properties>
</file>