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sldIdLst>
    <p:sldId id="257" r:id="rId5"/>
    <p:sldId id="258" r:id="rId6"/>
    <p:sldId id="259" r:id="rId7"/>
    <p:sldId id="260" r:id="rId8"/>
    <p:sldId id="261" r:id="rId9"/>
    <p:sldId id="263" r:id="rId10"/>
    <p:sldId id="262" r:id="rId11"/>
    <p:sldId id="264" r:id="rId12"/>
    <p:sldId id="265" r:id="rId13"/>
    <p:sldId id="266" r:id="rId14"/>
    <p:sldId id="267" r:id="rId15"/>
    <p:sldId id="268" r:id="rId16"/>
    <p:sldId id="269" r:id="rId17"/>
    <p:sldId id="28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2CC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4" autoAdjust="0"/>
    <p:restoredTop sz="75676" autoAdjust="0"/>
  </p:normalViewPr>
  <p:slideViewPr>
    <p:cSldViewPr snapToGrid="0">
      <p:cViewPr varScale="1">
        <p:scale>
          <a:sx n="52" d="100"/>
          <a:sy n="52" d="100"/>
        </p:scale>
        <p:origin x="125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5">
  <dgm:title val=""/>
  <dgm:desc val=""/>
  <dgm:catLst>
    <dgm:cat type="accent6" pri="11500"/>
  </dgm:catLst>
  <dgm:styleLbl name="node0">
    <dgm:fillClrLst meth="cycle"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alpha val="90000"/>
      </a:schemeClr>
      <a:schemeClr val="accent6">
        <a:alpha val="5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/>
    <dgm:txEffectClrLst/>
  </dgm:styleLbl>
  <dgm:styleLbl name="node1">
    <dgm:fillClrLst>
      <a:schemeClr val="accent6">
        <a:alpha val="9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6">
        <a:shade val="9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  <a:alpha val="90000"/>
      </a:schemeClr>
      <a:schemeClr val="accent6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6">
        <a:alpha val="90000"/>
        <a:tint val="40000"/>
      </a:schemeClr>
      <a:schemeClr val="accent6">
        <a:alpha val="5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073225C-BFDD-4A20-BE79-51FB5E36C2E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6_5" csCatId="accent6" phldr="1"/>
      <dgm:spPr/>
      <dgm:t>
        <a:bodyPr/>
        <a:lstStyle/>
        <a:p>
          <a:endParaRPr lang="en-US"/>
        </a:p>
      </dgm:t>
    </dgm:pt>
    <dgm:pt modelId="{9C8FB17A-8C13-49D2-AB8E-20B82311622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1" dirty="0">
              <a:latin typeface="Clan-Book"/>
            </a:rPr>
            <a:t>Design patterns</a:t>
          </a:r>
          <a:r>
            <a:rPr lang="en-US" b="0" i="0" dirty="0">
              <a:latin typeface="Clan-Book"/>
            </a:rPr>
            <a:t> are very popular among software developers. A design pattern is a well-described solution to a common software problem. </a:t>
          </a:r>
          <a:endParaRPr lang="en-US" dirty="0">
            <a:latin typeface="Clan-Book"/>
          </a:endParaRPr>
        </a:p>
      </dgm:t>
    </dgm:pt>
    <dgm:pt modelId="{6BD1E0CE-0E0A-43BE-AEFF-65861D6EC75E}" type="parTrans" cxnId="{DC30BD3E-9472-4C7B-BE81-6EF1B451FD96}">
      <dgm:prSet/>
      <dgm:spPr/>
      <dgm:t>
        <a:bodyPr/>
        <a:lstStyle/>
        <a:p>
          <a:endParaRPr lang="en-US"/>
        </a:p>
      </dgm:t>
    </dgm:pt>
    <dgm:pt modelId="{19963542-AF37-4213-AF1F-98BF801BCFB7}" type="sibTrans" cxnId="{DC30BD3E-9472-4C7B-BE81-6EF1B451FD96}">
      <dgm:prSet/>
      <dgm:spPr/>
      <dgm:t>
        <a:bodyPr/>
        <a:lstStyle/>
        <a:p>
          <a:endParaRPr lang="en-US"/>
        </a:p>
      </dgm:t>
    </dgm:pt>
    <dgm:pt modelId="{D9627F02-F722-46C2-9679-64DB95D1FF0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>
              <a:latin typeface="Clan-Book"/>
            </a:rPr>
            <a:t>Used by experienced software developers. Design patterns are solutions to general problems that software developers faced during software development. </a:t>
          </a:r>
          <a:endParaRPr lang="en-US" dirty="0">
            <a:latin typeface="Clan-Book"/>
          </a:endParaRPr>
        </a:p>
      </dgm:t>
    </dgm:pt>
    <dgm:pt modelId="{C6C78554-96CC-47A8-B92F-F80292DBB08E}" type="parTrans" cxnId="{5B149108-14E8-42C8-A0D8-A74566C21E32}">
      <dgm:prSet/>
      <dgm:spPr/>
      <dgm:t>
        <a:bodyPr/>
        <a:lstStyle/>
        <a:p>
          <a:endParaRPr lang="en-US"/>
        </a:p>
      </dgm:t>
    </dgm:pt>
    <dgm:pt modelId="{3450519E-D58D-46B5-864C-C3884ED0E0AE}" type="sibTrans" cxnId="{5B149108-14E8-42C8-A0D8-A74566C21E32}">
      <dgm:prSet/>
      <dgm:spPr/>
      <dgm:t>
        <a:bodyPr/>
        <a:lstStyle/>
        <a:p>
          <a:endParaRPr lang="en-US"/>
        </a:p>
      </dgm:t>
    </dgm:pt>
    <dgm:pt modelId="{CD181EE6-3FDD-4D44-9E7D-E6A6298C543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>
              <a:latin typeface="Clan-Book"/>
            </a:rPr>
            <a:t>They are proven and tested solutions built upon the knowledge and experience of seasoned software developers.</a:t>
          </a:r>
          <a:endParaRPr lang="en-US" dirty="0">
            <a:latin typeface="Clan-Book"/>
          </a:endParaRPr>
        </a:p>
      </dgm:t>
    </dgm:pt>
    <dgm:pt modelId="{11BC06D6-D76B-47E9-BC93-7A6E4E807AFE}" type="parTrans" cxnId="{944248E5-AF73-49EC-80B0-4348C10A8FC9}">
      <dgm:prSet/>
      <dgm:spPr/>
      <dgm:t>
        <a:bodyPr/>
        <a:lstStyle/>
        <a:p>
          <a:endParaRPr lang="en-US"/>
        </a:p>
      </dgm:t>
    </dgm:pt>
    <dgm:pt modelId="{243DD94C-AFDA-4C81-9999-0D94DFD46C27}" type="sibTrans" cxnId="{944248E5-AF73-49EC-80B0-4348C10A8FC9}">
      <dgm:prSet/>
      <dgm:spPr/>
      <dgm:t>
        <a:bodyPr/>
        <a:lstStyle/>
        <a:p>
          <a:endParaRPr lang="en-US"/>
        </a:p>
      </dgm:t>
    </dgm:pt>
    <dgm:pt modelId="{27E54006-1DE4-44D8-9F5B-16A4585DD68C}" type="pres">
      <dgm:prSet presAssocID="{C073225C-BFDD-4A20-BE79-51FB5E36C2E9}" presName="root" presStyleCnt="0">
        <dgm:presLayoutVars>
          <dgm:dir/>
          <dgm:resizeHandles val="exact"/>
        </dgm:presLayoutVars>
      </dgm:prSet>
      <dgm:spPr/>
    </dgm:pt>
    <dgm:pt modelId="{232E0313-CB9C-452A-88B6-9A013B821342}" type="pres">
      <dgm:prSet presAssocID="{9C8FB17A-8C13-49D2-AB8E-20B823116224}" presName="compNode" presStyleCnt="0"/>
      <dgm:spPr/>
    </dgm:pt>
    <dgm:pt modelId="{27D5D548-BF71-4058-B3B9-89FA3C76E6F9}" type="pres">
      <dgm:prSet presAssocID="{9C8FB17A-8C13-49D2-AB8E-20B823116224}" presName="bgRect" presStyleLbl="bgShp" presStyleIdx="0" presStyleCnt="3" custLinFactNeighborY="-537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>
          <a:solidFill>
            <a:schemeClr val="bg1"/>
          </a:solidFill>
        </a:ln>
      </dgm:spPr>
    </dgm:pt>
    <dgm:pt modelId="{3F3C4622-76B7-4BDE-909D-43FBEDAE1964}" type="pres">
      <dgm:prSet presAssocID="{9C8FB17A-8C13-49D2-AB8E-20B82311622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 with solid fill"/>
        </a:ext>
      </dgm:extLst>
    </dgm:pt>
    <dgm:pt modelId="{FB0B8106-7361-48ED-ACA1-26680A2F957F}" type="pres">
      <dgm:prSet presAssocID="{9C8FB17A-8C13-49D2-AB8E-20B823116224}" presName="spaceRect" presStyleCnt="0"/>
      <dgm:spPr/>
    </dgm:pt>
    <dgm:pt modelId="{7DF4380C-5D92-477D-8E8D-952D0CA07034}" type="pres">
      <dgm:prSet presAssocID="{9C8FB17A-8C13-49D2-AB8E-20B823116224}" presName="parTx" presStyleLbl="revTx" presStyleIdx="0" presStyleCnt="3">
        <dgm:presLayoutVars>
          <dgm:chMax val="0"/>
          <dgm:chPref val="0"/>
        </dgm:presLayoutVars>
      </dgm:prSet>
      <dgm:spPr/>
    </dgm:pt>
    <dgm:pt modelId="{C58FBAC0-696A-4588-BDB4-9BACA191FEFA}" type="pres">
      <dgm:prSet presAssocID="{19963542-AF37-4213-AF1F-98BF801BCFB7}" presName="sibTrans" presStyleCnt="0"/>
      <dgm:spPr/>
    </dgm:pt>
    <dgm:pt modelId="{6FAC34C3-CEBE-4092-89DA-B56602B300E5}" type="pres">
      <dgm:prSet presAssocID="{D9627F02-F722-46C2-9679-64DB95D1FF05}" presName="compNode" presStyleCnt="0"/>
      <dgm:spPr/>
    </dgm:pt>
    <dgm:pt modelId="{3E6602E5-2752-4222-A98F-1F729B2B3D1D}" type="pres">
      <dgm:prSet presAssocID="{D9627F02-F722-46C2-9679-64DB95D1FF05}" presName="bgRect" presStyleLbl="bgShp" presStyleIdx="1" presStyleCnt="3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>
          <a:solidFill>
            <a:schemeClr val="bg1"/>
          </a:solidFill>
        </a:ln>
      </dgm:spPr>
    </dgm:pt>
    <dgm:pt modelId="{78F1294D-0626-4098-B67D-59897F47546F}" type="pres">
      <dgm:prSet presAssocID="{D9627F02-F722-46C2-9679-64DB95D1FF0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 with solid fill"/>
        </a:ext>
      </dgm:extLst>
    </dgm:pt>
    <dgm:pt modelId="{C362398C-57E4-4ED9-84A1-73B81F643D3B}" type="pres">
      <dgm:prSet presAssocID="{D9627F02-F722-46C2-9679-64DB95D1FF05}" presName="spaceRect" presStyleCnt="0"/>
      <dgm:spPr/>
    </dgm:pt>
    <dgm:pt modelId="{C26ACDCB-3F8F-44B8-99CF-0BF346185882}" type="pres">
      <dgm:prSet presAssocID="{D9627F02-F722-46C2-9679-64DB95D1FF05}" presName="parTx" presStyleLbl="revTx" presStyleIdx="1" presStyleCnt="3">
        <dgm:presLayoutVars>
          <dgm:chMax val="0"/>
          <dgm:chPref val="0"/>
        </dgm:presLayoutVars>
      </dgm:prSet>
      <dgm:spPr/>
    </dgm:pt>
    <dgm:pt modelId="{BAA43CDD-F005-4A83-9596-D176E87BCAF5}" type="pres">
      <dgm:prSet presAssocID="{3450519E-D58D-46B5-864C-C3884ED0E0AE}" presName="sibTrans" presStyleCnt="0"/>
      <dgm:spPr/>
    </dgm:pt>
    <dgm:pt modelId="{A796B2A9-B959-46DB-98DC-60EC29BEA740}" type="pres">
      <dgm:prSet presAssocID="{CD181EE6-3FDD-4D44-9E7D-E6A6298C5439}" presName="compNode" presStyleCnt="0"/>
      <dgm:spPr/>
    </dgm:pt>
    <dgm:pt modelId="{6049F2A7-B2F7-4C84-AF6B-2C9904FBE8E4}" type="pres">
      <dgm:prSet presAssocID="{CD181EE6-3FDD-4D44-9E7D-E6A6298C5439}" presName="bgRect" presStyleLbl="bgShp" presStyleIdx="2" presStyleCnt="3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>
          <a:solidFill>
            <a:schemeClr val="bg1"/>
          </a:solidFill>
        </a:ln>
      </dgm:spPr>
    </dgm:pt>
    <dgm:pt modelId="{3AFD64A4-5235-4E98-8CB1-B1CF9A94ACB2}" type="pres">
      <dgm:prSet presAssocID="{CD181EE6-3FDD-4D44-9E7D-E6A6298C543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 with solid fill"/>
        </a:ext>
      </dgm:extLst>
    </dgm:pt>
    <dgm:pt modelId="{6345AC14-0A76-4E8E-B959-D1103BC93319}" type="pres">
      <dgm:prSet presAssocID="{CD181EE6-3FDD-4D44-9E7D-E6A6298C5439}" presName="spaceRect" presStyleCnt="0"/>
      <dgm:spPr/>
    </dgm:pt>
    <dgm:pt modelId="{6B7C4AC2-6C33-4328-A0E0-C96309B5DE23}" type="pres">
      <dgm:prSet presAssocID="{CD181EE6-3FDD-4D44-9E7D-E6A6298C543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5B149108-14E8-42C8-A0D8-A74566C21E32}" srcId="{C073225C-BFDD-4A20-BE79-51FB5E36C2E9}" destId="{D9627F02-F722-46C2-9679-64DB95D1FF05}" srcOrd="1" destOrd="0" parTransId="{C6C78554-96CC-47A8-B92F-F80292DBB08E}" sibTransId="{3450519E-D58D-46B5-864C-C3884ED0E0AE}"/>
    <dgm:cxn modelId="{4632003A-413F-4CAD-97FD-88A8B1D57DCE}" type="presOf" srcId="{9C8FB17A-8C13-49D2-AB8E-20B823116224}" destId="{7DF4380C-5D92-477D-8E8D-952D0CA07034}" srcOrd="0" destOrd="0" presId="urn:microsoft.com/office/officeart/2018/2/layout/IconVerticalSolidList"/>
    <dgm:cxn modelId="{DC30BD3E-9472-4C7B-BE81-6EF1B451FD96}" srcId="{C073225C-BFDD-4A20-BE79-51FB5E36C2E9}" destId="{9C8FB17A-8C13-49D2-AB8E-20B823116224}" srcOrd="0" destOrd="0" parTransId="{6BD1E0CE-0E0A-43BE-AEFF-65861D6EC75E}" sibTransId="{19963542-AF37-4213-AF1F-98BF801BCFB7}"/>
    <dgm:cxn modelId="{A45C8D4B-5DAE-4349-921F-874A4B325C02}" type="presOf" srcId="{D9627F02-F722-46C2-9679-64DB95D1FF05}" destId="{C26ACDCB-3F8F-44B8-99CF-0BF346185882}" srcOrd="0" destOrd="0" presId="urn:microsoft.com/office/officeart/2018/2/layout/IconVerticalSolidList"/>
    <dgm:cxn modelId="{1BB424AF-ED70-4A38-8F10-41DBA5BC7B2F}" type="presOf" srcId="{C073225C-BFDD-4A20-BE79-51FB5E36C2E9}" destId="{27E54006-1DE4-44D8-9F5B-16A4585DD68C}" srcOrd="0" destOrd="0" presId="urn:microsoft.com/office/officeart/2018/2/layout/IconVerticalSolidList"/>
    <dgm:cxn modelId="{45714FBF-E86C-4C1F-AB2C-0426AE511AC2}" type="presOf" srcId="{CD181EE6-3FDD-4D44-9E7D-E6A6298C5439}" destId="{6B7C4AC2-6C33-4328-A0E0-C96309B5DE23}" srcOrd="0" destOrd="0" presId="urn:microsoft.com/office/officeart/2018/2/layout/IconVerticalSolidList"/>
    <dgm:cxn modelId="{944248E5-AF73-49EC-80B0-4348C10A8FC9}" srcId="{C073225C-BFDD-4A20-BE79-51FB5E36C2E9}" destId="{CD181EE6-3FDD-4D44-9E7D-E6A6298C5439}" srcOrd="2" destOrd="0" parTransId="{11BC06D6-D76B-47E9-BC93-7A6E4E807AFE}" sibTransId="{243DD94C-AFDA-4C81-9999-0D94DFD46C27}"/>
    <dgm:cxn modelId="{83B7D178-35B2-4D40-92D3-C572BB182DF4}" type="presParOf" srcId="{27E54006-1DE4-44D8-9F5B-16A4585DD68C}" destId="{232E0313-CB9C-452A-88B6-9A013B821342}" srcOrd="0" destOrd="0" presId="urn:microsoft.com/office/officeart/2018/2/layout/IconVerticalSolidList"/>
    <dgm:cxn modelId="{745E44A0-DDE8-4129-9830-C3986E5C9C25}" type="presParOf" srcId="{232E0313-CB9C-452A-88B6-9A013B821342}" destId="{27D5D548-BF71-4058-B3B9-89FA3C76E6F9}" srcOrd="0" destOrd="0" presId="urn:microsoft.com/office/officeart/2018/2/layout/IconVerticalSolidList"/>
    <dgm:cxn modelId="{E09B947F-65D6-4D13-87D9-769ECBBAAF27}" type="presParOf" srcId="{232E0313-CB9C-452A-88B6-9A013B821342}" destId="{3F3C4622-76B7-4BDE-909D-43FBEDAE1964}" srcOrd="1" destOrd="0" presId="urn:microsoft.com/office/officeart/2018/2/layout/IconVerticalSolidList"/>
    <dgm:cxn modelId="{2A89C745-A178-4102-A76E-74FFFC6697EE}" type="presParOf" srcId="{232E0313-CB9C-452A-88B6-9A013B821342}" destId="{FB0B8106-7361-48ED-ACA1-26680A2F957F}" srcOrd="2" destOrd="0" presId="urn:microsoft.com/office/officeart/2018/2/layout/IconVerticalSolidList"/>
    <dgm:cxn modelId="{194CA35C-B05C-4226-8F13-9A55D4523ACA}" type="presParOf" srcId="{232E0313-CB9C-452A-88B6-9A013B821342}" destId="{7DF4380C-5D92-477D-8E8D-952D0CA07034}" srcOrd="3" destOrd="0" presId="urn:microsoft.com/office/officeart/2018/2/layout/IconVerticalSolidList"/>
    <dgm:cxn modelId="{08650A2B-9D2D-4A85-A304-2C84B3052BA9}" type="presParOf" srcId="{27E54006-1DE4-44D8-9F5B-16A4585DD68C}" destId="{C58FBAC0-696A-4588-BDB4-9BACA191FEFA}" srcOrd="1" destOrd="0" presId="urn:microsoft.com/office/officeart/2018/2/layout/IconVerticalSolidList"/>
    <dgm:cxn modelId="{049FA888-D77B-4F3D-B5DD-73212964E15B}" type="presParOf" srcId="{27E54006-1DE4-44D8-9F5B-16A4585DD68C}" destId="{6FAC34C3-CEBE-4092-89DA-B56602B300E5}" srcOrd="2" destOrd="0" presId="urn:microsoft.com/office/officeart/2018/2/layout/IconVerticalSolidList"/>
    <dgm:cxn modelId="{FF975947-C6A7-4CF5-9505-340DB9667D3F}" type="presParOf" srcId="{6FAC34C3-CEBE-4092-89DA-B56602B300E5}" destId="{3E6602E5-2752-4222-A98F-1F729B2B3D1D}" srcOrd="0" destOrd="0" presId="urn:microsoft.com/office/officeart/2018/2/layout/IconVerticalSolidList"/>
    <dgm:cxn modelId="{C280A215-D08B-4D4F-A727-233D45599322}" type="presParOf" srcId="{6FAC34C3-CEBE-4092-89DA-B56602B300E5}" destId="{78F1294D-0626-4098-B67D-59897F47546F}" srcOrd="1" destOrd="0" presId="urn:microsoft.com/office/officeart/2018/2/layout/IconVerticalSolidList"/>
    <dgm:cxn modelId="{133460DE-0C57-48A9-A285-D407752F0798}" type="presParOf" srcId="{6FAC34C3-CEBE-4092-89DA-B56602B300E5}" destId="{C362398C-57E4-4ED9-84A1-73B81F643D3B}" srcOrd="2" destOrd="0" presId="urn:microsoft.com/office/officeart/2018/2/layout/IconVerticalSolidList"/>
    <dgm:cxn modelId="{FAF60781-A1EB-4DE7-BEF6-2FE9A3D7D698}" type="presParOf" srcId="{6FAC34C3-CEBE-4092-89DA-B56602B300E5}" destId="{C26ACDCB-3F8F-44B8-99CF-0BF346185882}" srcOrd="3" destOrd="0" presId="urn:microsoft.com/office/officeart/2018/2/layout/IconVerticalSolidList"/>
    <dgm:cxn modelId="{79B233FE-AFE9-419E-9143-753644D02A3C}" type="presParOf" srcId="{27E54006-1DE4-44D8-9F5B-16A4585DD68C}" destId="{BAA43CDD-F005-4A83-9596-D176E87BCAF5}" srcOrd="3" destOrd="0" presId="urn:microsoft.com/office/officeart/2018/2/layout/IconVerticalSolidList"/>
    <dgm:cxn modelId="{A35F04E2-CBF5-4077-84A6-DEF095DE6BC0}" type="presParOf" srcId="{27E54006-1DE4-44D8-9F5B-16A4585DD68C}" destId="{A796B2A9-B959-46DB-98DC-60EC29BEA740}" srcOrd="4" destOrd="0" presId="urn:microsoft.com/office/officeart/2018/2/layout/IconVerticalSolidList"/>
    <dgm:cxn modelId="{3D61EABB-DB7C-4CA3-A507-D39C38FC2A11}" type="presParOf" srcId="{A796B2A9-B959-46DB-98DC-60EC29BEA740}" destId="{6049F2A7-B2F7-4C84-AF6B-2C9904FBE8E4}" srcOrd="0" destOrd="0" presId="urn:microsoft.com/office/officeart/2018/2/layout/IconVerticalSolidList"/>
    <dgm:cxn modelId="{47035A97-3E35-4479-802D-2DFC3932601D}" type="presParOf" srcId="{A796B2A9-B959-46DB-98DC-60EC29BEA740}" destId="{3AFD64A4-5235-4E98-8CB1-B1CF9A94ACB2}" srcOrd="1" destOrd="0" presId="urn:microsoft.com/office/officeart/2018/2/layout/IconVerticalSolidList"/>
    <dgm:cxn modelId="{FDABC1FE-C8F7-48F4-B9B7-DC77F094D97F}" type="presParOf" srcId="{A796B2A9-B959-46DB-98DC-60EC29BEA740}" destId="{6345AC14-0A76-4E8E-B959-D1103BC93319}" srcOrd="2" destOrd="0" presId="urn:microsoft.com/office/officeart/2018/2/layout/IconVerticalSolidList"/>
    <dgm:cxn modelId="{1F4F4718-F528-4F86-8EF8-86A6BF4BAD8F}" type="presParOf" srcId="{A796B2A9-B959-46DB-98DC-60EC29BEA740}" destId="{6B7C4AC2-6C33-4328-A0E0-C96309B5DE2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E36A04E-4485-4FA3-85DE-96A68144639E}" type="doc">
      <dgm:prSet loTypeId="urn:microsoft.com/office/officeart/2018/2/layout/IconVerticalSolidList" loCatId="icon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4B61C02D-40B4-4916-8A58-E7D875DE351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dirty="0"/>
            <a:t>Design patterns are already defined and provide an industry-standard approach to solving a recurring problem, so it saves time if we sensibly use the design pattern.</a:t>
          </a:r>
          <a:endParaRPr lang="en-US" dirty="0"/>
        </a:p>
      </dgm:t>
    </dgm:pt>
    <dgm:pt modelId="{08B4FCFD-BA42-43A9-A340-5CDD6ED3D02C}" type="parTrans" cxnId="{0809CA10-34BE-4A91-981A-AA062EDAF92B}">
      <dgm:prSet/>
      <dgm:spPr/>
      <dgm:t>
        <a:bodyPr/>
        <a:lstStyle/>
        <a:p>
          <a:endParaRPr lang="en-US"/>
        </a:p>
      </dgm:t>
    </dgm:pt>
    <dgm:pt modelId="{75BF1056-72CB-48B1-A292-9A1A6DA625FD}" type="sibTrans" cxnId="{0809CA10-34BE-4A91-981A-AA062EDAF92B}">
      <dgm:prSet/>
      <dgm:spPr/>
      <dgm:t>
        <a:bodyPr/>
        <a:lstStyle/>
        <a:p>
          <a:endParaRPr lang="en-US"/>
        </a:p>
      </dgm:t>
    </dgm:pt>
    <dgm:pt modelId="{A9A6BA09-E429-4700-99B3-24129F7D3D8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dirty="0"/>
            <a:t>Using design patterns promotes reusability that leads to more robust and highly maintainable code. </a:t>
          </a:r>
          <a:endParaRPr lang="en-US" dirty="0"/>
        </a:p>
      </dgm:t>
    </dgm:pt>
    <dgm:pt modelId="{170CDF77-D5EA-4B3D-A6AD-E8EA7870C8A7}" type="parTrans" cxnId="{A96D73D4-DF4E-442F-B7DA-A2CA40097FF0}">
      <dgm:prSet/>
      <dgm:spPr/>
      <dgm:t>
        <a:bodyPr/>
        <a:lstStyle/>
        <a:p>
          <a:endParaRPr lang="en-US"/>
        </a:p>
      </dgm:t>
    </dgm:pt>
    <dgm:pt modelId="{282BE1AC-D65B-4090-8687-55D6FD54D6B4}" type="sibTrans" cxnId="{A96D73D4-DF4E-442F-B7DA-A2CA40097FF0}">
      <dgm:prSet/>
      <dgm:spPr/>
      <dgm:t>
        <a:bodyPr/>
        <a:lstStyle/>
        <a:p>
          <a:endParaRPr lang="en-US"/>
        </a:p>
      </dgm:t>
    </dgm:pt>
    <dgm:pt modelId="{75893FF0-2CB6-4447-BA4B-B40BF000B05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dirty="0"/>
            <a:t>It makes our code easy to understand and debug. It leads to faster development and new members of the team understand it easily.</a:t>
          </a:r>
          <a:endParaRPr lang="en-US" dirty="0"/>
        </a:p>
      </dgm:t>
    </dgm:pt>
    <dgm:pt modelId="{DB70B50F-8323-466C-A2B6-4570AB4C171A}" type="parTrans" cxnId="{50D1080A-1877-4D69-A76C-B68AA9CFE527}">
      <dgm:prSet/>
      <dgm:spPr/>
      <dgm:t>
        <a:bodyPr/>
        <a:lstStyle/>
        <a:p>
          <a:endParaRPr lang="en-US"/>
        </a:p>
      </dgm:t>
    </dgm:pt>
    <dgm:pt modelId="{6A8CFB45-21E9-44AE-8BC5-D5465DA3C521}" type="sibTrans" cxnId="{50D1080A-1877-4D69-A76C-B68AA9CFE527}">
      <dgm:prSet/>
      <dgm:spPr/>
      <dgm:t>
        <a:bodyPr/>
        <a:lstStyle/>
        <a:p>
          <a:endParaRPr lang="en-US"/>
        </a:p>
      </dgm:t>
    </dgm:pt>
    <dgm:pt modelId="{9570ADE0-8EAB-44C7-853B-4CC46DB84279}" type="pres">
      <dgm:prSet presAssocID="{AE36A04E-4485-4FA3-85DE-96A68144639E}" presName="root" presStyleCnt="0">
        <dgm:presLayoutVars>
          <dgm:dir/>
          <dgm:resizeHandles val="exact"/>
        </dgm:presLayoutVars>
      </dgm:prSet>
      <dgm:spPr/>
    </dgm:pt>
    <dgm:pt modelId="{2C76D650-E61F-4BEE-9DEF-AF7A5BFE9853}" type="pres">
      <dgm:prSet presAssocID="{4B61C02D-40B4-4916-8A58-E7D875DE3510}" presName="compNode" presStyleCnt="0"/>
      <dgm:spPr/>
    </dgm:pt>
    <dgm:pt modelId="{0E2A88D4-E0E7-47DA-8674-F2EA00C30235}" type="pres">
      <dgm:prSet presAssocID="{4B61C02D-40B4-4916-8A58-E7D875DE3510}" presName="bgRect" presStyleLbl="bgShp" presStyleIdx="0" presStyleCnt="3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>
        <a:ln>
          <a:solidFill>
            <a:schemeClr val="bg1"/>
          </a:solidFill>
        </a:ln>
      </dgm:spPr>
    </dgm:pt>
    <dgm:pt modelId="{74AB3B14-0FF8-4045-9AF7-8BCE11BF04FC}" type="pres">
      <dgm:prSet presAssocID="{4B61C02D-40B4-4916-8A58-E7D875DE351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ght Bulb and Gear"/>
        </a:ext>
      </dgm:extLst>
    </dgm:pt>
    <dgm:pt modelId="{FF39C3FB-8DB1-409F-912C-83DCA8601791}" type="pres">
      <dgm:prSet presAssocID="{4B61C02D-40B4-4916-8A58-E7D875DE3510}" presName="spaceRect" presStyleCnt="0"/>
      <dgm:spPr/>
    </dgm:pt>
    <dgm:pt modelId="{058D7F52-0F72-4EEE-A635-9F56C95F2713}" type="pres">
      <dgm:prSet presAssocID="{4B61C02D-40B4-4916-8A58-E7D875DE3510}" presName="parTx" presStyleLbl="revTx" presStyleIdx="0" presStyleCnt="3">
        <dgm:presLayoutVars>
          <dgm:chMax val="0"/>
          <dgm:chPref val="0"/>
        </dgm:presLayoutVars>
      </dgm:prSet>
      <dgm:spPr/>
    </dgm:pt>
    <dgm:pt modelId="{2750EA26-156F-40F9-BFA4-F6F38DA5D702}" type="pres">
      <dgm:prSet presAssocID="{75BF1056-72CB-48B1-A292-9A1A6DA625FD}" presName="sibTrans" presStyleCnt="0"/>
      <dgm:spPr/>
    </dgm:pt>
    <dgm:pt modelId="{BCD1A1D2-DDA8-4740-AA9F-9B0E98579E12}" type="pres">
      <dgm:prSet presAssocID="{A9A6BA09-E429-4700-99B3-24129F7D3D8B}" presName="compNode" presStyleCnt="0"/>
      <dgm:spPr/>
    </dgm:pt>
    <dgm:pt modelId="{283EA441-1B8F-49DD-9321-E253C5C8B6FF}" type="pres">
      <dgm:prSet presAssocID="{A9A6BA09-E429-4700-99B3-24129F7D3D8B}" presName="bgRect" presStyleLbl="bgShp" presStyleIdx="1" presStyleCnt="3" custLinFactNeighborY="-1074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>
        <a:ln>
          <a:solidFill>
            <a:schemeClr val="bg1"/>
          </a:solidFill>
        </a:ln>
      </dgm:spPr>
    </dgm:pt>
    <dgm:pt modelId="{2F9C6E49-4604-4996-BFCA-5CC44967999E}" type="pres">
      <dgm:prSet presAssocID="{A9A6BA09-E429-4700-99B3-24129F7D3D8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A66B0A5B-FF66-4AC7-9D24-DD5B17A3BCB0}" type="pres">
      <dgm:prSet presAssocID="{A9A6BA09-E429-4700-99B3-24129F7D3D8B}" presName="spaceRect" presStyleCnt="0"/>
      <dgm:spPr/>
    </dgm:pt>
    <dgm:pt modelId="{A08BEE64-2919-431C-ADA6-8C3F49801794}" type="pres">
      <dgm:prSet presAssocID="{A9A6BA09-E429-4700-99B3-24129F7D3D8B}" presName="parTx" presStyleLbl="revTx" presStyleIdx="1" presStyleCnt="3">
        <dgm:presLayoutVars>
          <dgm:chMax val="0"/>
          <dgm:chPref val="0"/>
        </dgm:presLayoutVars>
      </dgm:prSet>
      <dgm:spPr/>
    </dgm:pt>
    <dgm:pt modelId="{1F662374-C902-487C-BE41-BFACB6A1D13C}" type="pres">
      <dgm:prSet presAssocID="{282BE1AC-D65B-4090-8687-55D6FD54D6B4}" presName="sibTrans" presStyleCnt="0"/>
      <dgm:spPr/>
    </dgm:pt>
    <dgm:pt modelId="{4C49BDB6-0123-4799-8182-6F5A1A2A0864}" type="pres">
      <dgm:prSet presAssocID="{75893FF0-2CB6-4447-BA4B-B40BF000B052}" presName="compNode" presStyleCnt="0"/>
      <dgm:spPr/>
    </dgm:pt>
    <dgm:pt modelId="{365E1E84-E500-45AA-9235-7ED82808F776}" type="pres">
      <dgm:prSet presAssocID="{75893FF0-2CB6-4447-BA4B-B40BF000B052}" presName="bgRect" presStyleLbl="bgShp" presStyleIdx="2" presStyleCnt="3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>
        <a:ln>
          <a:solidFill>
            <a:schemeClr val="bg1"/>
          </a:solidFill>
        </a:ln>
      </dgm:spPr>
    </dgm:pt>
    <dgm:pt modelId="{01F026DD-B1F2-4EC5-8512-7E32F3977C25}" type="pres">
      <dgm:prSet presAssocID="{75893FF0-2CB6-4447-BA4B-B40BF000B05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D482D8DF-9662-42CA-BBE8-63B60FE17396}" type="pres">
      <dgm:prSet presAssocID="{75893FF0-2CB6-4447-BA4B-B40BF000B052}" presName="spaceRect" presStyleCnt="0"/>
      <dgm:spPr/>
    </dgm:pt>
    <dgm:pt modelId="{AF261318-5A4B-48E9-B260-F464649987A5}" type="pres">
      <dgm:prSet presAssocID="{75893FF0-2CB6-4447-BA4B-B40BF000B05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6E086107-6E02-4C88-A015-72D3022A9551}" type="presOf" srcId="{AE36A04E-4485-4FA3-85DE-96A68144639E}" destId="{9570ADE0-8EAB-44C7-853B-4CC46DB84279}" srcOrd="0" destOrd="0" presId="urn:microsoft.com/office/officeart/2018/2/layout/IconVerticalSolidList"/>
    <dgm:cxn modelId="{50D1080A-1877-4D69-A76C-B68AA9CFE527}" srcId="{AE36A04E-4485-4FA3-85DE-96A68144639E}" destId="{75893FF0-2CB6-4447-BA4B-B40BF000B052}" srcOrd="2" destOrd="0" parTransId="{DB70B50F-8323-466C-A2B6-4570AB4C171A}" sibTransId="{6A8CFB45-21E9-44AE-8BC5-D5465DA3C521}"/>
    <dgm:cxn modelId="{D3EFC30A-C4A6-4CF8-8BDB-3CDE2483B7D7}" type="presOf" srcId="{A9A6BA09-E429-4700-99B3-24129F7D3D8B}" destId="{A08BEE64-2919-431C-ADA6-8C3F49801794}" srcOrd="0" destOrd="0" presId="urn:microsoft.com/office/officeart/2018/2/layout/IconVerticalSolidList"/>
    <dgm:cxn modelId="{0809CA10-34BE-4A91-981A-AA062EDAF92B}" srcId="{AE36A04E-4485-4FA3-85DE-96A68144639E}" destId="{4B61C02D-40B4-4916-8A58-E7D875DE3510}" srcOrd="0" destOrd="0" parTransId="{08B4FCFD-BA42-43A9-A340-5CDD6ED3D02C}" sibTransId="{75BF1056-72CB-48B1-A292-9A1A6DA625FD}"/>
    <dgm:cxn modelId="{31CABBB8-996D-4755-AE68-A86BEF90AD85}" type="presOf" srcId="{75893FF0-2CB6-4447-BA4B-B40BF000B052}" destId="{AF261318-5A4B-48E9-B260-F464649987A5}" srcOrd="0" destOrd="0" presId="urn:microsoft.com/office/officeart/2018/2/layout/IconVerticalSolidList"/>
    <dgm:cxn modelId="{A96D73D4-DF4E-442F-B7DA-A2CA40097FF0}" srcId="{AE36A04E-4485-4FA3-85DE-96A68144639E}" destId="{A9A6BA09-E429-4700-99B3-24129F7D3D8B}" srcOrd="1" destOrd="0" parTransId="{170CDF77-D5EA-4B3D-A6AD-E8EA7870C8A7}" sibTransId="{282BE1AC-D65B-4090-8687-55D6FD54D6B4}"/>
    <dgm:cxn modelId="{F04284E2-B757-4C92-BF4F-C8CFE7C2F62A}" type="presOf" srcId="{4B61C02D-40B4-4916-8A58-E7D875DE3510}" destId="{058D7F52-0F72-4EEE-A635-9F56C95F2713}" srcOrd="0" destOrd="0" presId="urn:microsoft.com/office/officeart/2018/2/layout/IconVerticalSolidList"/>
    <dgm:cxn modelId="{19981705-B98C-454E-A1F9-42F483A8B8EB}" type="presParOf" srcId="{9570ADE0-8EAB-44C7-853B-4CC46DB84279}" destId="{2C76D650-E61F-4BEE-9DEF-AF7A5BFE9853}" srcOrd="0" destOrd="0" presId="urn:microsoft.com/office/officeart/2018/2/layout/IconVerticalSolidList"/>
    <dgm:cxn modelId="{E3E2F5E6-5BFF-4AB4-9326-062C03793432}" type="presParOf" srcId="{2C76D650-E61F-4BEE-9DEF-AF7A5BFE9853}" destId="{0E2A88D4-E0E7-47DA-8674-F2EA00C30235}" srcOrd="0" destOrd="0" presId="urn:microsoft.com/office/officeart/2018/2/layout/IconVerticalSolidList"/>
    <dgm:cxn modelId="{D9FE8ADB-58C3-4E39-AC65-45F7D2C8C62B}" type="presParOf" srcId="{2C76D650-E61F-4BEE-9DEF-AF7A5BFE9853}" destId="{74AB3B14-0FF8-4045-9AF7-8BCE11BF04FC}" srcOrd="1" destOrd="0" presId="urn:microsoft.com/office/officeart/2018/2/layout/IconVerticalSolidList"/>
    <dgm:cxn modelId="{021F585D-8027-4150-9EAC-EB444A688DF2}" type="presParOf" srcId="{2C76D650-E61F-4BEE-9DEF-AF7A5BFE9853}" destId="{FF39C3FB-8DB1-409F-912C-83DCA8601791}" srcOrd="2" destOrd="0" presId="urn:microsoft.com/office/officeart/2018/2/layout/IconVerticalSolidList"/>
    <dgm:cxn modelId="{402A9B65-3785-48EC-9104-6E1F81E8F4BF}" type="presParOf" srcId="{2C76D650-E61F-4BEE-9DEF-AF7A5BFE9853}" destId="{058D7F52-0F72-4EEE-A635-9F56C95F2713}" srcOrd="3" destOrd="0" presId="urn:microsoft.com/office/officeart/2018/2/layout/IconVerticalSolidList"/>
    <dgm:cxn modelId="{EE9142EB-34C2-458F-81D2-B3598EE2933A}" type="presParOf" srcId="{9570ADE0-8EAB-44C7-853B-4CC46DB84279}" destId="{2750EA26-156F-40F9-BFA4-F6F38DA5D702}" srcOrd="1" destOrd="0" presId="urn:microsoft.com/office/officeart/2018/2/layout/IconVerticalSolidList"/>
    <dgm:cxn modelId="{144FA147-BE0C-4AF2-AB8F-FC8952AFE3AB}" type="presParOf" srcId="{9570ADE0-8EAB-44C7-853B-4CC46DB84279}" destId="{BCD1A1D2-DDA8-4740-AA9F-9B0E98579E12}" srcOrd="2" destOrd="0" presId="urn:microsoft.com/office/officeart/2018/2/layout/IconVerticalSolidList"/>
    <dgm:cxn modelId="{E69BD51B-618A-4675-B20A-A760AEAB07B7}" type="presParOf" srcId="{BCD1A1D2-DDA8-4740-AA9F-9B0E98579E12}" destId="{283EA441-1B8F-49DD-9321-E253C5C8B6FF}" srcOrd="0" destOrd="0" presId="urn:microsoft.com/office/officeart/2018/2/layout/IconVerticalSolidList"/>
    <dgm:cxn modelId="{11FFF542-3B6D-49A0-9DE4-91542D0047D7}" type="presParOf" srcId="{BCD1A1D2-DDA8-4740-AA9F-9B0E98579E12}" destId="{2F9C6E49-4604-4996-BFCA-5CC44967999E}" srcOrd="1" destOrd="0" presId="urn:microsoft.com/office/officeart/2018/2/layout/IconVerticalSolidList"/>
    <dgm:cxn modelId="{09DAE36E-E6E6-42DD-9BAE-FFF9C210381C}" type="presParOf" srcId="{BCD1A1D2-DDA8-4740-AA9F-9B0E98579E12}" destId="{A66B0A5B-FF66-4AC7-9D24-DD5B17A3BCB0}" srcOrd="2" destOrd="0" presId="urn:microsoft.com/office/officeart/2018/2/layout/IconVerticalSolidList"/>
    <dgm:cxn modelId="{706AB6E5-337C-45CB-AA79-F8BE61723310}" type="presParOf" srcId="{BCD1A1D2-DDA8-4740-AA9F-9B0E98579E12}" destId="{A08BEE64-2919-431C-ADA6-8C3F49801794}" srcOrd="3" destOrd="0" presId="urn:microsoft.com/office/officeart/2018/2/layout/IconVerticalSolidList"/>
    <dgm:cxn modelId="{C31D936E-06DC-40E3-9619-6DC10D5F5A86}" type="presParOf" srcId="{9570ADE0-8EAB-44C7-853B-4CC46DB84279}" destId="{1F662374-C902-487C-BE41-BFACB6A1D13C}" srcOrd="3" destOrd="0" presId="urn:microsoft.com/office/officeart/2018/2/layout/IconVerticalSolidList"/>
    <dgm:cxn modelId="{FB061C14-ADFA-4343-9369-4BE8DE50B715}" type="presParOf" srcId="{9570ADE0-8EAB-44C7-853B-4CC46DB84279}" destId="{4C49BDB6-0123-4799-8182-6F5A1A2A0864}" srcOrd="4" destOrd="0" presId="urn:microsoft.com/office/officeart/2018/2/layout/IconVerticalSolidList"/>
    <dgm:cxn modelId="{6FCFAEFA-89DA-4FFE-8F84-581E60034067}" type="presParOf" srcId="{4C49BDB6-0123-4799-8182-6F5A1A2A0864}" destId="{365E1E84-E500-45AA-9235-7ED82808F776}" srcOrd="0" destOrd="0" presId="urn:microsoft.com/office/officeart/2018/2/layout/IconVerticalSolidList"/>
    <dgm:cxn modelId="{B0EB7128-AF57-4D82-8F1D-47C007F85B9A}" type="presParOf" srcId="{4C49BDB6-0123-4799-8182-6F5A1A2A0864}" destId="{01F026DD-B1F2-4EC5-8512-7E32F3977C25}" srcOrd="1" destOrd="0" presId="urn:microsoft.com/office/officeart/2018/2/layout/IconVerticalSolidList"/>
    <dgm:cxn modelId="{48198C81-E6B1-4C40-B002-C0E7BB1ED2CB}" type="presParOf" srcId="{4C49BDB6-0123-4799-8182-6F5A1A2A0864}" destId="{D482D8DF-9662-42CA-BBE8-63B60FE17396}" srcOrd="2" destOrd="0" presId="urn:microsoft.com/office/officeart/2018/2/layout/IconVerticalSolidList"/>
    <dgm:cxn modelId="{3BDD1354-3F83-418C-992C-7B96F74627C4}" type="presParOf" srcId="{4C49BDB6-0123-4799-8182-6F5A1A2A0864}" destId="{AF261318-5A4B-48E9-B260-F464649987A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E36A04E-4485-4FA3-85DE-96A68144639E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4B61C02D-40B4-4916-8A58-E7D875DE3510}">
      <dgm:prSet/>
      <dgm:spPr/>
      <dgm:t>
        <a:bodyPr/>
        <a:lstStyle/>
        <a:p>
          <a:r>
            <a:rPr lang="en-US" b="1" dirty="0"/>
            <a:t>Creational Design Pattern</a:t>
          </a:r>
        </a:p>
        <a:p>
          <a:r>
            <a:rPr lang="en-US" b="0" i="0" dirty="0"/>
            <a:t>Deals with the creation of an object.</a:t>
          </a:r>
          <a:endParaRPr lang="en-US" dirty="0"/>
        </a:p>
      </dgm:t>
    </dgm:pt>
    <dgm:pt modelId="{08B4FCFD-BA42-43A9-A340-5CDD6ED3D02C}" type="parTrans" cxnId="{0809CA10-34BE-4A91-981A-AA062EDAF92B}">
      <dgm:prSet/>
      <dgm:spPr/>
      <dgm:t>
        <a:bodyPr/>
        <a:lstStyle/>
        <a:p>
          <a:endParaRPr lang="en-US"/>
        </a:p>
      </dgm:t>
    </dgm:pt>
    <dgm:pt modelId="{75BF1056-72CB-48B1-A292-9A1A6DA625FD}" type="sibTrans" cxnId="{0809CA10-34BE-4A91-981A-AA062EDAF92B}">
      <dgm:prSet/>
      <dgm:spPr/>
      <dgm:t>
        <a:bodyPr/>
        <a:lstStyle/>
        <a:p>
          <a:endParaRPr lang="en-US"/>
        </a:p>
      </dgm:t>
    </dgm:pt>
    <dgm:pt modelId="{A9A6BA09-E429-4700-99B3-24129F7D3D8B}">
      <dgm:prSet/>
      <dgm:spPr/>
      <dgm:t>
        <a:bodyPr/>
        <a:lstStyle/>
        <a:p>
          <a:r>
            <a:rPr lang="en-US" b="1" dirty="0"/>
            <a:t>Structural Design Pattern</a:t>
          </a:r>
        </a:p>
        <a:p>
          <a:r>
            <a:rPr lang="en-US" b="0" dirty="0"/>
            <a:t>D</a:t>
          </a:r>
          <a:r>
            <a:rPr lang="en-US" b="0" i="0" dirty="0"/>
            <a:t>eals with the class structure such as Inheritance and Composition.</a:t>
          </a:r>
          <a:endParaRPr lang="en-US" dirty="0"/>
        </a:p>
      </dgm:t>
    </dgm:pt>
    <dgm:pt modelId="{170CDF77-D5EA-4B3D-A6AD-E8EA7870C8A7}" type="parTrans" cxnId="{A96D73D4-DF4E-442F-B7DA-A2CA40097FF0}">
      <dgm:prSet/>
      <dgm:spPr/>
      <dgm:t>
        <a:bodyPr/>
        <a:lstStyle/>
        <a:p>
          <a:endParaRPr lang="en-US"/>
        </a:p>
      </dgm:t>
    </dgm:pt>
    <dgm:pt modelId="{282BE1AC-D65B-4090-8687-55D6FD54D6B4}" type="sibTrans" cxnId="{A96D73D4-DF4E-442F-B7DA-A2CA40097FF0}">
      <dgm:prSet/>
      <dgm:spPr/>
      <dgm:t>
        <a:bodyPr/>
        <a:lstStyle/>
        <a:p>
          <a:endParaRPr lang="en-US"/>
        </a:p>
      </dgm:t>
    </dgm:pt>
    <dgm:pt modelId="{75893FF0-2CB6-4447-BA4B-B40BF000B052}">
      <dgm:prSet/>
      <dgm:spPr/>
      <dgm:t>
        <a:bodyPr/>
        <a:lstStyle/>
        <a:p>
          <a:r>
            <a:rPr lang="en-US" b="1" dirty="0"/>
            <a:t>Behavioral Design Pattern</a:t>
          </a:r>
        </a:p>
        <a:p>
          <a:r>
            <a:rPr lang="en-US" b="0" i="0" dirty="0"/>
            <a:t>Provides solution for the better interaction between objects, how to provide lose coupling, and flexibility to extend easily in future.</a:t>
          </a:r>
          <a:endParaRPr lang="en-US" dirty="0"/>
        </a:p>
      </dgm:t>
    </dgm:pt>
    <dgm:pt modelId="{DB70B50F-8323-466C-A2B6-4570AB4C171A}" type="parTrans" cxnId="{50D1080A-1877-4D69-A76C-B68AA9CFE527}">
      <dgm:prSet/>
      <dgm:spPr/>
      <dgm:t>
        <a:bodyPr/>
        <a:lstStyle/>
        <a:p>
          <a:endParaRPr lang="en-US"/>
        </a:p>
      </dgm:t>
    </dgm:pt>
    <dgm:pt modelId="{6A8CFB45-21E9-44AE-8BC5-D5465DA3C521}" type="sibTrans" cxnId="{50D1080A-1877-4D69-A76C-B68AA9CFE527}">
      <dgm:prSet/>
      <dgm:spPr/>
      <dgm:t>
        <a:bodyPr/>
        <a:lstStyle/>
        <a:p>
          <a:endParaRPr lang="en-US"/>
        </a:p>
      </dgm:t>
    </dgm:pt>
    <dgm:pt modelId="{71CA4152-7CDF-484C-9AD3-5786E0DBEEA4}" type="pres">
      <dgm:prSet presAssocID="{AE36A04E-4485-4FA3-85DE-96A68144639E}" presName="linear" presStyleCnt="0">
        <dgm:presLayoutVars>
          <dgm:animLvl val="lvl"/>
          <dgm:resizeHandles val="exact"/>
        </dgm:presLayoutVars>
      </dgm:prSet>
      <dgm:spPr/>
    </dgm:pt>
    <dgm:pt modelId="{6B45DB06-BD34-4D31-BBF4-B384C7F2C245}" type="pres">
      <dgm:prSet presAssocID="{4B61C02D-40B4-4916-8A58-E7D875DE351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CB91314-29E5-4526-BC5F-B68883C9DC05}" type="pres">
      <dgm:prSet presAssocID="{75BF1056-72CB-48B1-A292-9A1A6DA625FD}" presName="spacer" presStyleCnt="0"/>
      <dgm:spPr/>
    </dgm:pt>
    <dgm:pt modelId="{AB56FEAB-7ECA-4E31-8203-5C56095371BD}" type="pres">
      <dgm:prSet presAssocID="{A9A6BA09-E429-4700-99B3-24129F7D3D8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BF0D4AC-262E-4803-9E81-A3051C800E75}" type="pres">
      <dgm:prSet presAssocID="{282BE1AC-D65B-4090-8687-55D6FD54D6B4}" presName="spacer" presStyleCnt="0"/>
      <dgm:spPr/>
    </dgm:pt>
    <dgm:pt modelId="{99DDDCD5-54B3-4DA6-8568-4EF6F985B78B}" type="pres">
      <dgm:prSet presAssocID="{75893FF0-2CB6-4447-BA4B-B40BF000B052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50D1080A-1877-4D69-A76C-B68AA9CFE527}" srcId="{AE36A04E-4485-4FA3-85DE-96A68144639E}" destId="{75893FF0-2CB6-4447-BA4B-B40BF000B052}" srcOrd="2" destOrd="0" parTransId="{DB70B50F-8323-466C-A2B6-4570AB4C171A}" sibTransId="{6A8CFB45-21E9-44AE-8BC5-D5465DA3C521}"/>
    <dgm:cxn modelId="{0809CA10-34BE-4A91-981A-AA062EDAF92B}" srcId="{AE36A04E-4485-4FA3-85DE-96A68144639E}" destId="{4B61C02D-40B4-4916-8A58-E7D875DE3510}" srcOrd="0" destOrd="0" parTransId="{08B4FCFD-BA42-43A9-A340-5CDD6ED3D02C}" sibTransId="{75BF1056-72CB-48B1-A292-9A1A6DA625FD}"/>
    <dgm:cxn modelId="{81058E2F-3114-4161-AD28-7FC6CE830F67}" type="presOf" srcId="{A9A6BA09-E429-4700-99B3-24129F7D3D8B}" destId="{AB56FEAB-7ECA-4E31-8203-5C56095371BD}" srcOrd="0" destOrd="0" presId="urn:microsoft.com/office/officeart/2005/8/layout/vList2"/>
    <dgm:cxn modelId="{A96D73D4-DF4E-442F-B7DA-A2CA40097FF0}" srcId="{AE36A04E-4485-4FA3-85DE-96A68144639E}" destId="{A9A6BA09-E429-4700-99B3-24129F7D3D8B}" srcOrd="1" destOrd="0" parTransId="{170CDF77-D5EA-4B3D-A6AD-E8EA7870C8A7}" sibTransId="{282BE1AC-D65B-4090-8687-55D6FD54D6B4}"/>
    <dgm:cxn modelId="{E38F0DEB-79E8-4D61-99AB-197C8D8FA31A}" type="presOf" srcId="{4B61C02D-40B4-4916-8A58-E7D875DE3510}" destId="{6B45DB06-BD34-4D31-BBF4-B384C7F2C245}" srcOrd="0" destOrd="0" presId="urn:microsoft.com/office/officeart/2005/8/layout/vList2"/>
    <dgm:cxn modelId="{F8BEACED-B7A2-4B0C-B22B-D68424B92C51}" type="presOf" srcId="{AE36A04E-4485-4FA3-85DE-96A68144639E}" destId="{71CA4152-7CDF-484C-9AD3-5786E0DBEEA4}" srcOrd="0" destOrd="0" presId="urn:microsoft.com/office/officeart/2005/8/layout/vList2"/>
    <dgm:cxn modelId="{067230F1-7E0B-4775-8C21-470BE86A2CDF}" type="presOf" srcId="{75893FF0-2CB6-4447-BA4B-B40BF000B052}" destId="{99DDDCD5-54B3-4DA6-8568-4EF6F985B78B}" srcOrd="0" destOrd="0" presId="urn:microsoft.com/office/officeart/2005/8/layout/vList2"/>
    <dgm:cxn modelId="{A7D9BEC8-7773-4A5E-91FD-0A6D9B6FDDEB}" type="presParOf" srcId="{71CA4152-7CDF-484C-9AD3-5786E0DBEEA4}" destId="{6B45DB06-BD34-4D31-BBF4-B384C7F2C245}" srcOrd="0" destOrd="0" presId="urn:microsoft.com/office/officeart/2005/8/layout/vList2"/>
    <dgm:cxn modelId="{F50E3B52-F946-4A96-8CC2-858E28F784ED}" type="presParOf" srcId="{71CA4152-7CDF-484C-9AD3-5786E0DBEEA4}" destId="{CCB91314-29E5-4526-BC5F-B68883C9DC05}" srcOrd="1" destOrd="0" presId="urn:microsoft.com/office/officeart/2005/8/layout/vList2"/>
    <dgm:cxn modelId="{8F6EFF14-15A1-445D-B3AF-BAEB2F2B8179}" type="presParOf" srcId="{71CA4152-7CDF-484C-9AD3-5786E0DBEEA4}" destId="{AB56FEAB-7ECA-4E31-8203-5C56095371BD}" srcOrd="2" destOrd="0" presId="urn:microsoft.com/office/officeart/2005/8/layout/vList2"/>
    <dgm:cxn modelId="{A596942B-79D4-4AAD-8B9E-153F68CFFC28}" type="presParOf" srcId="{71CA4152-7CDF-484C-9AD3-5786E0DBEEA4}" destId="{6BF0D4AC-262E-4803-9E81-A3051C800E75}" srcOrd="3" destOrd="0" presId="urn:microsoft.com/office/officeart/2005/8/layout/vList2"/>
    <dgm:cxn modelId="{C39F8BAB-D293-4E62-B64D-FE4E42D7C0A5}" type="presParOf" srcId="{71CA4152-7CDF-484C-9AD3-5786E0DBEEA4}" destId="{99DDDCD5-54B3-4DA6-8568-4EF6F985B78B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D5D548-BF71-4058-B3B9-89FA3C76E6F9}">
      <dsp:nvSpPr>
        <dsp:cNvPr id="0" name=""/>
        <dsp:cNvSpPr/>
      </dsp:nvSpPr>
      <dsp:spPr>
        <a:xfrm>
          <a:off x="0" y="0"/>
          <a:ext cx="10521880" cy="1624057"/>
        </a:xfrm>
        <a:prstGeom prst="roundRect">
          <a:avLst>
            <a:gd name="adj" fmla="val 10000"/>
          </a:avLst>
        </a:prstGeom>
        <a:solidFill>
          <a:schemeClr val="lt1"/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</dsp:sp>
    <dsp:sp modelId="{3F3C4622-76B7-4BDE-909D-43FBEDAE1964}">
      <dsp:nvSpPr>
        <dsp:cNvPr id="0" name=""/>
        <dsp:cNvSpPr/>
      </dsp:nvSpPr>
      <dsp:spPr>
        <a:xfrm>
          <a:off x="491277" y="366107"/>
          <a:ext cx="893231" cy="89323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F4380C-5D92-477D-8E8D-952D0CA07034}">
      <dsp:nvSpPr>
        <dsp:cNvPr id="0" name=""/>
        <dsp:cNvSpPr/>
      </dsp:nvSpPr>
      <dsp:spPr>
        <a:xfrm>
          <a:off x="1875786" y="694"/>
          <a:ext cx="8646093" cy="16240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879" tIns="171879" rIns="171879" bIns="17187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1" kern="1200" dirty="0">
              <a:latin typeface="Clan-Book"/>
            </a:rPr>
            <a:t>Design patterns</a:t>
          </a:r>
          <a:r>
            <a:rPr lang="en-US" sz="2500" b="0" i="0" kern="1200" dirty="0">
              <a:latin typeface="Clan-Book"/>
            </a:rPr>
            <a:t> are very popular among software developers. A design pattern is a well-described solution to a common software problem. </a:t>
          </a:r>
          <a:endParaRPr lang="en-US" sz="2500" kern="1200" dirty="0">
            <a:latin typeface="Clan-Book"/>
          </a:endParaRPr>
        </a:p>
      </dsp:txBody>
      <dsp:txXfrm>
        <a:off x="1875786" y="694"/>
        <a:ext cx="8646093" cy="1624057"/>
      </dsp:txXfrm>
    </dsp:sp>
    <dsp:sp modelId="{3E6602E5-2752-4222-A98F-1F729B2B3D1D}">
      <dsp:nvSpPr>
        <dsp:cNvPr id="0" name=""/>
        <dsp:cNvSpPr/>
      </dsp:nvSpPr>
      <dsp:spPr>
        <a:xfrm>
          <a:off x="0" y="2030766"/>
          <a:ext cx="10521880" cy="1624057"/>
        </a:xfrm>
        <a:prstGeom prst="roundRect">
          <a:avLst>
            <a:gd name="adj" fmla="val 10000"/>
          </a:avLst>
        </a:prstGeom>
        <a:solidFill>
          <a:schemeClr val="lt1"/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</dsp:sp>
    <dsp:sp modelId="{78F1294D-0626-4098-B67D-59897F47546F}">
      <dsp:nvSpPr>
        <dsp:cNvPr id="0" name=""/>
        <dsp:cNvSpPr/>
      </dsp:nvSpPr>
      <dsp:spPr>
        <a:xfrm>
          <a:off x="491277" y="2396179"/>
          <a:ext cx="893231" cy="89323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6ACDCB-3F8F-44B8-99CF-0BF346185882}">
      <dsp:nvSpPr>
        <dsp:cNvPr id="0" name=""/>
        <dsp:cNvSpPr/>
      </dsp:nvSpPr>
      <dsp:spPr>
        <a:xfrm>
          <a:off x="1875786" y="2030766"/>
          <a:ext cx="8646093" cy="16240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879" tIns="171879" rIns="171879" bIns="17187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dirty="0">
              <a:latin typeface="Clan-Book"/>
            </a:rPr>
            <a:t>Used by experienced software developers. Design patterns are solutions to general problems that software developers faced during software development. </a:t>
          </a:r>
          <a:endParaRPr lang="en-US" sz="2500" kern="1200" dirty="0">
            <a:latin typeface="Clan-Book"/>
          </a:endParaRPr>
        </a:p>
      </dsp:txBody>
      <dsp:txXfrm>
        <a:off x="1875786" y="2030766"/>
        <a:ext cx="8646093" cy="1624057"/>
      </dsp:txXfrm>
    </dsp:sp>
    <dsp:sp modelId="{6049F2A7-B2F7-4C84-AF6B-2C9904FBE8E4}">
      <dsp:nvSpPr>
        <dsp:cNvPr id="0" name=""/>
        <dsp:cNvSpPr/>
      </dsp:nvSpPr>
      <dsp:spPr>
        <a:xfrm>
          <a:off x="0" y="4060838"/>
          <a:ext cx="10521880" cy="1624057"/>
        </a:xfrm>
        <a:prstGeom prst="roundRect">
          <a:avLst>
            <a:gd name="adj" fmla="val 10000"/>
          </a:avLst>
        </a:prstGeom>
        <a:solidFill>
          <a:schemeClr val="lt1"/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</dsp:sp>
    <dsp:sp modelId="{3AFD64A4-5235-4E98-8CB1-B1CF9A94ACB2}">
      <dsp:nvSpPr>
        <dsp:cNvPr id="0" name=""/>
        <dsp:cNvSpPr/>
      </dsp:nvSpPr>
      <dsp:spPr>
        <a:xfrm>
          <a:off x="491277" y="4426252"/>
          <a:ext cx="893231" cy="89323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7C4AC2-6C33-4328-A0E0-C96309B5DE23}">
      <dsp:nvSpPr>
        <dsp:cNvPr id="0" name=""/>
        <dsp:cNvSpPr/>
      </dsp:nvSpPr>
      <dsp:spPr>
        <a:xfrm>
          <a:off x="1875786" y="4060838"/>
          <a:ext cx="8646093" cy="16240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879" tIns="171879" rIns="171879" bIns="17187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dirty="0">
              <a:latin typeface="Clan-Book"/>
            </a:rPr>
            <a:t>They are proven and tested solutions built upon the knowledge and experience of seasoned software developers.</a:t>
          </a:r>
          <a:endParaRPr lang="en-US" sz="2500" kern="1200" dirty="0">
            <a:latin typeface="Clan-Book"/>
          </a:endParaRPr>
        </a:p>
      </dsp:txBody>
      <dsp:txXfrm>
        <a:off x="1875786" y="4060838"/>
        <a:ext cx="8646093" cy="16240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2A88D4-E0E7-47DA-8674-F2EA00C30235}">
      <dsp:nvSpPr>
        <dsp:cNvPr id="0" name=""/>
        <dsp:cNvSpPr/>
      </dsp:nvSpPr>
      <dsp:spPr>
        <a:xfrm>
          <a:off x="0" y="694"/>
          <a:ext cx="10521881" cy="1624057"/>
        </a:xfrm>
        <a:prstGeom prst="roundRect">
          <a:avLst>
            <a:gd name="adj" fmla="val 10000"/>
          </a:avLst>
        </a:prstGeom>
        <a:solidFill>
          <a:schemeClr val="lt1"/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</dsp:sp>
    <dsp:sp modelId="{74AB3B14-0FF8-4045-9AF7-8BCE11BF04FC}">
      <dsp:nvSpPr>
        <dsp:cNvPr id="0" name=""/>
        <dsp:cNvSpPr/>
      </dsp:nvSpPr>
      <dsp:spPr>
        <a:xfrm>
          <a:off x="491277" y="366107"/>
          <a:ext cx="893231" cy="89323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8D7F52-0F72-4EEE-A635-9F56C95F2713}">
      <dsp:nvSpPr>
        <dsp:cNvPr id="0" name=""/>
        <dsp:cNvSpPr/>
      </dsp:nvSpPr>
      <dsp:spPr>
        <a:xfrm>
          <a:off x="1875786" y="694"/>
          <a:ext cx="8646094" cy="16240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879" tIns="171879" rIns="171879" bIns="17187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kern="1200" dirty="0"/>
            <a:t>Design patterns are already defined and provide an industry-standard approach to solving a recurring problem, so it saves time if we sensibly use the design pattern.</a:t>
          </a:r>
          <a:endParaRPr lang="en-US" sz="2500" kern="1200" dirty="0"/>
        </a:p>
      </dsp:txBody>
      <dsp:txXfrm>
        <a:off x="1875786" y="694"/>
        <a:ext cx="8646094" cy="1624057"/>
      </dsp:txXfrm>
    </dsp:sp>
    <dsp:sp modelId="{283EA441-1B8F-49DD-9321-E253C5C8B6FF}">
      <dsp:nvSpPr>
        <dsp:cNvPr id="0" name=""/>
        <dsp:cNvSpPr/>
      </dsp:nvSpPr>
      <dsp:spPr>
        <a:xfrm>
          <a:off x="0" y="2013324"/>
          <a:ext cx="10521881" cy="1624057"/>
        </a:xfrm>
        <a:prstGeom prst="roundRect">
          <a:avLst>
            <a:gd name="adj" fmla="val 10000"/>
          </a:avLst>
        </a:prstGeom>
        <a:solidFill>
          <a:schemeClr val="lt1"/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</dsp:sp>
    <dsp:sp modelId="{2F9C6E49-4604-4996-BFCA-5CC44967999E}">
      <dsp:nvSpPr>
        <dsp:cNvPr id="0" name=""/>
        <dsp:cNvSpPr/>
      </dsp:nvSpPr>
      <dsp:spPr>
        <a:xfrm>
          <a:off x="491277" y="2396179"/>
          <a:ext cx="893231" cy="89323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8BEE64-2919-431C-ADA6-8C3F49801794}">
      <dsp:nvSpPr>
        <dsp:cNvPr id="0" name=""/>
        <dsp:cNvSpPr/>
      </dsp:nvSpPr>
      <dsp:spPr>
        <a:xfrm>
          <a:off x="1875786" y="2030766"/>
          <a:ext cx="8646094" cy="16240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879" tIns="171879" rIns="171879" bIns="17187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kern="1200" dirty="0"/>
            <a:t>Using design patterns promotes reusability that leads to more robust and highly maintainable code. </a:t>
          </a:r>
          <a:endParaRPr lang="en-US" sz="2500" kern="1200" dirty="0"/>
        </a:p>
      </dsp:txBody>
      <dsp:txXfrm>
        <a:off x="1875786" y="2030766"/>
        <a:ext cx="8646094" cy="1624057"/>
      </dsp:txXfrm>
    </dsp:sp>
    <dsp:sp modelId="{365E1E84-E500-45AA-9235-7ED82808F776}">
      <dsp:nvSpPr>
        <dsp:cNvPr id="0" name=""/>
        <dsp:cNvSpPr/>
      </dsp:nvSpPr>
      <dsp:spPr>
        <a:xfrm>
          <a:off x="0" y="4060838"/>
          <a:ext cx="10521881" cy="1624057"/>
        </a:xfrm>
        <a:prstGeom prst="roundRect">
          <a:avLst>
            <a:gd name="adj" fmla="val 10000"/>
          </a:avLst>
        </a:prstGeom>
        <a:solidFill>
          <a:schemeClr val="lt1"/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</dsp:sp>
    <dsp:sp modelId="{01F026DD-B1F2-4EC5-8512-7E32F3977C25}">
      <dsp:nvSpPr>
        <dsp:cNvPr id="0" name=""/>
        <dsp:cNvSpPr/>
      </dsp:nvSpPr>
      <dsp:spPr>
        <a:xfrm>
          <a:off x="491277" y="4426252"/>
          <a:ext cx="893231" cy="89323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261318-5A4B-48E9-B260-F464649987A5}">
      <dsp:nvSpPr>
        <dsp:cNvPr id="0" name=""/>
        <dsp:cNvSpPr/>
      </dsp:nvSpPr>
      <dsp:spPr>
        <a:xfrm>
          <a:off x="1875786" y="4060838"/>
          <a:ext cx="8646094" cy="16240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879" tIns="171879" rIns="171879" bIns="17187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kern="1200" dirty="0"/>
            <a:t>It makes our code easy to understand and debug. It leads to faster development and new members of the team understand it easily.</a:t>
          </a:r>
          <a:endParaRPr lang="en-US" sz="2500" kern="1200" dirty="0"/>
        </a:p>
      </dsp:txBody>
      <dsp:txXfrm>
        <a:off x="1875786" y="4060838"/>
        <a:ext cx="8646094" cy="162405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45DB06-BD34-4D31-BBF4-B384C7F2C245}">
      <dsp:nvSpPr>
        <dsp:cNvPr id="0" name=""/>
        <dsp:cNvSpPr/>
      </dsp:nvSpPr>
      <dsp:spPr>
        <a:xfrm>
          <a:off x="0" y="31564"/>
          <a:ext cx="10515600" cy="1778144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 dirty="0"/>
            <a:t>Creational Design Pattern</a:t>
          </a:r>
        </a:p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 dirty="0"/>
            <a:t>Deals with the creation of an object.</a:t>
          </a:r>
          <a:endParaRPr lang="en-US" sz="2900" kern="1200" dirty="0"/>
        </a:p>
      </dsp:txBody>
      <dsp:txXfrm>
        <a:off x="86802" y="118366"/>
        <a:ext cx="10341996" cy="1604540"/>
      </dsp:txXfrm>
    </dsp:sp>
    <dsp:sp modelId="{AB56FEAB-7ECA-4E31-8203-5C56095371BD}">
      <dsp:nvSpPr>
        <dsp:cNvPr id="0" name=""/>
        <dsp:cNvSpPr/>
      </dsp:nvSpPr>
      <dsp:spPr>
        <a:xfrm>
          <a:off x="0" y="1893228"/>
          <a:ext cx="10515600" cy="1778144"/>
        </a:xfrm>
        <a:prstGeom prst="roundRect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 dirty="0"/>
            <a:t>Structural Design Pattern</a:t>
          </a:r>
        </a:p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kern="1200" dirty="0"/>
            <a:t>D</a:t>
          </a:r>
          <a:r>
            <a:rPr lang="en-US" sz="2900" b="0" i="0" kern="1200" dirty="0"/>
            <a:t>eals with the class structure such as Inheritance and Composition.</a:t>
          </a:r>
          <a:endParaRPr lang="en-US" sz="2900" kern="1200" dirty="0"/>
        </a:p>
      </dsp:txBody>
      <dsp:txXfrm>
        <a:off x="86802" y="1980030"/>
        <a:ext cx="10341996" cy="1604540"/>
      </dsp:txXfrm>
    </dsp:sp>
    <dsp:sp modelId="{99DDDCD5-54B3-4DA6-8568-4EF6F985B78B}">
      <dsp:nvSpPr>
        <dsp:cNvPr id="0" name=""/>
        <dsp:cNvSpPr/>
      </dsp:nvSpPr>
      <dsp:spPr>
        <a:xfrm>
          <a:off x="0" y="3754893"/>
          <a:ext cx="10515600" cy="1778144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 dirty="0"/>
            <a:t>Behavioral Design Pattern</a:t>
          </a:r>
        </a:p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 dirty="0"/>
            <a:t>Provides solution for the better interaction between objects, how to provide lose coupling, and flexibility to extend easily in future.</a:t>
          </a:r>
          <a:endParaRPr lang="en-US" sz="2900" kern="1200" dirty="0"/>
        </a:p>
      </dsp:txBody>
      <dsp:txXfrm>
        <a:off x="86802" y="3841695"/>
        <a:ext cx="10341996" cy="16045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AD1EBB-E0C9-4D31-8787-A98D5CFBC31F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79F4-8DD7-4751-A6E4-6B531833C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648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979F4-8DD7-4751-A6E4-6B531833C2F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295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979F4-8DD7-4751-A6E4-6B531833C2F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7901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0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7BED7A-0BB8-4EF2-A69A-53E4410A2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23EF2-2872-4378-9FDE-AFEA983DA76B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26762B-557D-4A36-AC06-F6841302CF02}"/>
              </a:ext>
            </a:extLst>
          </p:cNvPr>
          <p:cNvSpPr/>
          <p:nvPr userDrawn="1"/>
        </p:nvSpPr>
        <p:spPr>
          <a:xfrm>
            <a:off x="217344" y="1"/>
            <a:ext cx="2333830" cy="6858000"/>
          </a:xfrm>
          <a:prstGeom prst="rect">
            <a:avLst/>
          </a:prstGeom>
          <a:solidFill>
            <a:srgbClr val="FFD4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5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0367D5-E6E1-468E-B5A4-A52BA6AC80F3}"/>
              </a:ext>
            </a:extLst>
          </p:cNvPr>
          <p:cNvSpPr/>
          <p:nvPr userDrawn="1"/>
        </p:nvSpPr>
        <p:spPr>
          <a:xfrm>
            <a:off x="158058" y="1"/>
            <a:ext cx="222941" cy="6857999"/>
          </a:xfrm>
          <a:prstGeom prst="rect">
            <a:avLst/>
          </a:prstGeom>
          <a:solidFill>
            <a:srgbClr val="3540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48F4E2-4AF6-4635-B0C8-3849A35723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26080" y="1122363"/>
            <a:ext cx="8427720" cy="2387600"/>
          </a:xfrm>
        </p:spPr>
        <p:txBody>
          <a:bodyPr anchor="b"/>
          <a:lstStyle>
            <a:lvl1pPr algn="ctr">
              <a:defRPr sz="6000">
                <a:latin typeface="Clan-Medium" panose="0200050304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74FE78-DD38-4689-88BA-9C4E7984C4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26078" y="3602038"/>
            <a:ext cx="8427720" cy="1655762"/>
          </a:xfrm>
        </p:spPr>
        <p:txBody>
          <a:bodyPr/>
          <a:lstStyle>
            <a:lvl1pPr marL="0" indent="0" algn="ctr">
              <a:buNone/>
              <a:defRPr sz="2400">
                <a:latin typeface="Clan-Book" panose="0200050305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E6A227-7282-4C00-9B53-86C43038A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81D968-BED2-4B83-B15C-0DDA92123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AF4A-F4FA-443C-A561-206E6DC988A3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Graphic 9" descr="Desk">
            <a:extLst>
              <a:ext uri="{FF2B5EF4-FFF2-40B4-BE49-F238E27FC236}">
                <a16:creationId xmlns:a16="http://schemas.microsoft.com/office/drawing/2014/main" id="{E27D44A2-A855-473C-B54D-D4A64176E9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5737" y="4722720"/>
            <a:ext cx="2280699" cy="228069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85D626D-0FAA-4C09-83B9-8A2C5628EA53}"/>
              </a:ext>
            </a:extLst>
          </p:cNvPr>
          <p:cNvSpPr txBox="1"/>
          <p:nvPr userDrawn="1"/>
        </p:nvSpPr>
        <p:spPr>
          <a:xfrm>
            <a:off x="180305" y="2092444"/>
            <a:ext cx="2243809" cy="34624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50" b="0">
                <a:ln>
                  <a:solidFill>
                    <a:schemeClr val="bg1">
                      <a:lumMod val="75000"/>
                    </a:schemeClr>
                  </a:solidFill>
                </a:ln>
                <a:solidFill>
                  <a:srgbClr val="35408E"/>
                </a:solidFill>
                <a:latin typeface="Eras Bold ITC" panose="020B0907030504020204" pitchFamily="34" charset="0"/>
              </a:defRPr>
            </a:lvl1pPr>
          </a:lstStyle>
          <a:p>
            <a:pPr lvl="0" algn="ctr"/>
            <a:r>
              <a:rPr lang="en-US" dirty="0">
                <a:latin typeface="Eras Demi ITC" panose="020B0805030504020804" pitchFamily="34" charset="0"/>
              </a:rPr>
              <a:t>MODULE  G    ALS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0B18BDC0-7AC5-48B0-926A-E7D1434DA8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774" y="2405337"/>
            <a:ext cx="2105920" cy="2254250"/>
          </a:xfrm>
        </p:spPr>
        <p:txBody>
          <a:bodyPr>
            <a:noAutofit/>
          </a:bodyPr>
          <a:lstStyle>
            <a:lvl1pPr marL="142306" indent="-142306"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1300">
                <a:solidFill>
                  <a:srgbClr val="35408E"/>
                </a:solidFill>
              </a:defRPr>
            </a:lvl1pPr>
            <a:lvl2pPr marL="426917" indent="-142306"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1300">
                <a:solidFill>
                  <a:srgbClr val="35408E"/>
                </a:solidFill>
              </a:defRPr>
            </a:lvl2pPr>
            <a:lvl3pPr marL="711528" indent="-142306"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1300">
                <a:solidFill>
                  <a:srgbClr val="35408E"/>
                </a:solidFill>
              </a:defRPr>
            </a:lvl3pPr>
            <a:lvl4pPr marL="996140" indent="-142306"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1300">
                <a:solidFill>
                  <a:srgbClr val="35408E"/>
                </a:solidFill>
              </a:defRPr>
            </a:lvl4pPr>
            <a:lvl5pPr marL="1280750" indent="-142306"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1300">
                <a:solidFill>
                  <a:srgbClr val="35408E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3" name="Graphic 12" descr="Target">
            <a:extLst>
              <a:ext uri="{FF2B5EF4-FFF2-40B4-BE49-F238E27FC236}">
                <a16:creationId xmlns:a16="http://schemas.microsoft.com/office/drawing/2014/main" id="{55D6439B-5271-491B-9B76-299133CF2EC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77465" y="2147153"/>
            <a:ext cx="258185" cy="25818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AF9EE84-7BE5-4FA0-935F-72C5D3BF4589}"/>
              </a:ext>
            </a:extLst>
          </p:cNvPr>
          <p:cNvSpPr txBox="1"/>
          <p:nvPr userDrawn="1"/>
        </p:nvSpPr>
        <p:spPr>
          <a:xfrm>
            <a:off x="295974" y="202652"/>
            <a:ext cx="2182369" cy="34624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US" sz="1650" b="0" dirty="0">
                <a:ln>
                  <a:solidFill>
                    <a:schemeClr val="bg1">
                      <a:lumMod val="75000"/>
                    </a:schemeClr>
                  </a:solidFill>
                </a:ln>
                <a:solidFill>
                  <a:srgbClr val="35408E"/>
                </a:solidFill>
                <a:latin typeface="Eras Bold ITC" panose="020B0907030504020204" pitchFamily="34" charset="0"/>
              </a:rPr>
              <a:t>MODULE</a:t>
            </a:r>
          </a:p>
        </p:txBody>
      </p:sp>
      <p:sp>
        <p:nvSpPr>
          <p:cNvPr id="15" name="Text Placeholder 29">
            <a:extLst>
              <a:ext uri="{FF2B5EF4-FFF2-40B4-BE49-F238E27FC236}">
                <a16:creationId xmlns:a16="http://schemas.microsoft.com/office/drawing/2014/main" id="{8727F8C8-33E6-4AD9-ACE6-1F5A950029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0851" y="571501"/>
            <a:ext cx="1738313" cy="1362075"/>
          </a:xfrm>
        </p:spPr>
        <p:txBody>
          <a:bodyPr anchor="ctr">
            <a:noAutofit/>
          </a:bodyPr>
          <a:lstStyle>
            <a:lvl1pPr marL="142306" indent="-142306" algn="ctr">
              <a:buFont typeface="Eras Bold ITC" panose="020B0907030504020204" pitchFamily="34" charset="0"/>
              <a:buChar char="#"/>
              <a:defRPr sz="3600" b="1">
                <a:solidFill>
                  <a:srgbClr val="35408E"/>
                </a:solidFill>
                <a:latin typeface="Eras Bold ITC" panose="020B0907030504020204" pitchFamily="34" charset="0"/>
              </a:defRPr>
            </a:lvl1pPr>
            <a:lvl2pPr marL="426917" indent="-142306" algn="ctr">
              <a:buFont typeface="Eras Bold ITC" panose="020B0907030504020204" pitchFamily="34" charset="0"/>
              <a:buChar char="#"/>
              <a:defRPr sz="3600" b="1">
                <a:solidFill>
                  <a:srgbClr val="35408E"/>
                </a:solidFill>
                <a:latin typeface="Eras Bold ITC" panose="020B0907030504020204" pitchFamily="34" charset="0"/>
              </a:defRPr>
            </a:lvl2pPr>
            <a:lvl3pPr marL="1140722" indent="-571500" algn="ctr">
              <a:buFont typeface="Eras Bold ITC" panose="020B0907030504020204" pitchFamily="34" charset="0"/>
              <a:buChar char="#"/>
              <a:defRPr sz="3600" b="1">
                <a:solidFill>
                  <a:srgbClr val="35408E"/>
                </a:solidFill>
                <a:latin typeface="Eras Bold ITC" panose="020B0907030504020204" pitchFamily="34" charset="0"/>
              </a:defRPr>
            </a:lvl3pPr>
            <a:lvl4pPr marL="996140" indent="-142306" algn="ctr">
              <a:buFont typeface="Eras Bold ITC" panose="020B0907030504020204" pitchFamily="34" charset="0"/>
              <a:buChar char="#"/>
              <a:defRPr sz="3600" b="1">
                <a:solidFill>
                  <a:srgbClr val="35408E"/>
                </a:solidFill>
                <a:latin typeface="Eras Bold ITC" panose="020B0907030504020204" pitchFamily="34" charset="0"/>
              </a:defRPr>
            </a:lvl4pPr>
            <a:lvl5pPr marL="1280750" indent="-142306" algn="ctr">
              <a:buFont typeface="Eras Bold ITC" panose="020B0907030504020204" pitchFamily="34" charset="0"/>
              <a:buChar char="#"/>
              <a:defRPr sz="3600" b="1">
                <a:solidFill>
                  <a:srgbClr val="35408E"/>
                </a:solidFill>
                <a:latin typeface="Eras Bold ITC" panose="020B0907030504020204" pitchFamily="34" charset="0"/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918505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7BED7A-0BB8-4EF2-A69A-53E4410A2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23EF2-2872-4378-9FDE-AFEA983DA76B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26762B-557D-4A36-AC06-F6841302CF02}"/>
              </a:ext>
            </a:extLst>
          </p:cNvPr>
          <p:cNvSpPr/>
          <p:nvPr userDrawn="1"/>
        </p:nvSpPr>
        <p:spPr>
          <a:xfrm>
            <a:off x="217344" y="1"/>
            <a:ext cx="2333830" cy="6858000"/>
          </a:xfrm>
          <a:prstGeom prst="rect">
            <a:avLst/>
          </a:prstGeom>
          <a:solidFill>
            <a:srgbClr val="FFD4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5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0367D5-E6E1-468E-B5A4-A52BA6AC80F3}"/>
              </a:ext>
            </a:extLst>
          </p:cNvPr>
          <p:cNvSpPr/>
          <p:nvPr userDrawn="1"/>
        </p:nvSpPr>
        <p:spPr>
          <a:xfrm>
            <a:off x="158058" y="1"/>
            <a:ext cx="222941" cy="6857999"/>
          </a:xfrm>
          <a:prstGeom prst="rect">
            <a:avLst/>
          </a:prstGeom>
          <a:solidFill>
            <a:srgbClr val="3540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48F4E2-4AF6-4635-B0C8-3849A35723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26080" y="1122363"/>
            <a:ext cx="8427720" cy="2387600"/>
          </a:xfrm>
        </p:spPr>
        <p:txBody>
          <a:bodyPr anchor="b"/>
          <a:lstStyle>
            <a:lvl1pPr algn="ctr">
              <a:defRPr sz="6000">
                <a:latin typeface="Clan-Medium" panose="0200050304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74FE78-DD38-4689-88BA-9C4E7984C4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26078" y="3602038"/>
            <a:ext cx="8427720" cy="1655762"/>
          </a:xfrm>
        </p:spPr>
        <p:txBody>
          <a:bodyPr/>
          <a:lstStyle>
            <a:lvl1pPr marL="0" indent="0" algn="ctr">
              <a:buNone/>
              <a:defRPr sz="2400">
                <a:latin typeface="Clan-Book" panose="0200050305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E6A227-7282-4C00-9B53-86C43038A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81D968-BED2-4B83-B15C-0DDA92123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AF4A-F4FA-443C-A561-206E6DC988A3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Graphic 9" descr="Desk">
            <a:extLst>
              <a:ext uri="{FF2B5EF4-FFF2-40B4-BE49-F238E27FC236}">
                <a16:creationId xmlns:a16="http://schemas.microsoft.com/office/drawing/2014/main" id="{E27D44A2-A855-473C-B54D-D4A64176E9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5737" y="4722720"/>
            <a:ext cx="2280699" cy="2280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258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7BED7A-0BB8-4EF2-A69A-53E4410A2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23EF2-2872-4378-9FDE-AFEA983DA76B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26762B-557D-4A36-AC06-F6841302CF02}"/>
              </a:ext>
            </a:extLst>
          </p:cNvPr>
          <p:cNvSpPr/>
          <p:nvPr userDrawn="1"/>
        </p:nvSpPr>
        <p:spPr>
          <a:xfrm>
            <a:off x="217344" y="1"/>
            <a:ext cx="2333830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5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0367D5-E6E1-468E-B5A4-A52BA6AC80F3}"/>
              </a:ext>
            </a:extLst>
          </p:cNvPr>
          <p:cNvSpPr/>
          <p:nvPr userDrawn="1"/>
        </p:nvSpPr>
        <p:spPr>
          <a:xfrm>
            <a:off x="158058" y="1"/>
            <a:ext cx="222941" cy="685799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48F4E2-4AF6-4635-B0C8-3849A35723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26080" y="1122363"/>
            <a:ext cx="8427720" cy="2387600"/>
          </a:xfrm>
        </p:spPr>
        <p:txBody>
          <a:bodyPr anchor="b"/>
          <a:lstStyle>
            <a:lvl1pPr algn="ctr">
              <a:defRPr sz="6000">
                <a:latin typeface="Clan-Medium" panose="0200050304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74FE78-DD38-4689-88BA-9C4E7984C4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26078" y="3602038"/>
            <a:ext cx="8427720" cy="1655762"/>
          </a:xfrm>
        </p:spPr>
        <p:txBody>
          <a:bodyPr/>
          <a:lstStyle>
            <a:lvl1pPr marL="0" indent="0" algn="ctr">
              <a:buNone/>
              <a:defRPr sz="2400">
                <a:latin typeface="Clan-Book" panose="0200050305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E6A227-7282-4C00-9B53-86C43038A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81D968-BED2-4B83-B15C-0DDA92123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AF4A-F4FA-443C-A561-206E6DC988A3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Graphic 10" descr="Classroom">
            <a:extLst>
              <a:ext uri="{FF2B5EF4-FFF2-40B4-BE49-F238E27FC236}">
                <a16:creationId xmlns:a16="http://schemas.microsoft.com/office/drawing/2014/main" id="{194FA857-A1EE-466B-BDFF-82DD0329BC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7564" y="5140939"/>
            <a:ext cx="1717061" cy="171706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FEC02A5-0150-4082-9226-B27D56CD26B1}"/>
              </a:ext>
            </a:extLst>
          </p:cNvPr>
          <p:cNvSpPr txBox="1"/>
          <p:nvPr userDrawn="1"/>
        </p:nvSpPr>
        <p:spPr>
          <a:xfrm>
            <a:off x="-128840" y="1761364"/>
            <a:ext cx="2243809" cy="6001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50" b="0" dirty="0">
                <a:ln>
                  <a:solidFill>
                    <a:schemeClr val="bg1">
                      <a:lumMod val="75000"/>
                    </a:schemeClr>
                  </a:solidFill>
                </a:ln>
                <a:solidFill>
                  <a:srgbClr val="002060"/>
                </a:solidFill>
                <a:latin typeface="Eras Demi ITC" panose="020B0805030504020804" pitchFamily="34" charset="0"/>
              </a:rPr>
              <a:t>LEARNING</a:t>
            </a:r>
          </a:p>
          <a:p>
            <a:pPr algn="ctr"/>
            <a:r>
              <a:rPr lang="en-US" sz="1650" b="0" dirty="0">
                <a:ln>
                  <a:solidFill>
                    <a:schemeClr val="bg1">
                      <a:lumMod val="75000"/>
                    </a:schemeClr>
                  </a:solidFill>
                </a:ln>
                <a:solidFill>
                  <a:srgbClr val="002060"/>
                </a:solidFill>
                <a:latin typeface="Eras Demi ITC" panose="020B0805030504020804" pitchFamily="34" charset="0"/>
              </a:rPr>
              <a:t>            OUTC    MES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8C3D1D5D-FAF6-4D14-8D45-90250B0CAC3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774" y="2431095"/>
            <a:ext cx="2105920" cy="2254250"/>
          </a:xfrm>
        </p:spPr>
        <p:txBody>
          <a:bodyPr>
            <a:noAutofit/>
          </a:bodyPr>
          <a:lstStyle>
            <a:lvl1pPr marL="142306" indent="-142306"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1300"/>
            </a:lvl1pPr>
            <a:lvl2pPr marL="426917" indent="-142306"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1300"/>
            </a:lvl2pPr>
            <a:lvl3pPr marL="711528" indent="-142306"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1300"/>
            </a:lvl3pPr>
            <a:lvl4pPr marL="996140" indent="-142306"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1300"/>
            </a:lvl4pPr>
            <a:lvl5pPr marL="1280750" indent="-142306"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13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7" name="Graphic 16" descr="Target">
            <a:extLst>
              <a:ext uri="{FF2B5EF4-FFF2-40B4-BE49-F238E27FC236}">
                <a16:creationId xmlns:a16="http://schemas.microsoft.com/office/drawing/2014/main" id="{C2CA0B7A-830F-4E8C-916E-D11713E87FB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55572" y="2060272"/>
            <a:ext cx="258185" cy="25818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6250F91-C30A-4F66-A99E-AEAE02552150}"/>
              </a:ext>
            </a:extLst>
          </p:cNvPr>
          <p:cNvSpPr txBox="1"/>
          <p:nvPr userDrawn="1"/>
        </p:nvSpPr>
        <p:spPr>
          <a:xfrm>
            <a:off x="284890" y="202652"/>
            <a:ext cx="2182369" cy="34624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US" sz="1650" b="0" dirty="0">
                <a:ln>
                  <a:solidFill>
                    <a:schemeClr val="bg1">
                      <a:lumMod val="75000"/>
                    </a:schemeClr>
                  </a:solidFill>
                </a:ln>
                <a:solidFill>
                  <a:srgbClr val="002060"/>
                </a:solidFill>
                <a:latin typeface="Eras Bold ITC" panose="020B0907030504020204" pitchFamily="34" charset="0"/>
              </a:rPr>
              <a:t>LESSON</a:t>
            </a:r>
          </a:p>
        </p:txBody>
      </p:sp>
      <p:sp>
        <p:nvSpPr>
          <p:cNvPr id="19" name="Text Placeholder 29">
            <a:extLst>
              <a:ext uri="{FF2B5EF4-FFF2-40B4-BE49-F238E27FC236}">
                <a16:creationId xmlns:a16="http://schemas.microsoft.com/office/drawing/2014/main" id="{7D8108EE-B9C1-49A9-982F-FD8C20C1CDB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4908" y="595385"/>
            <a:ext cx="1600062" cy="1142578"/>
          </a:xfrm>
        </p:spPr>
        <p:txBody>
          <a:bodyPr anchor="ctr">
            <a:noAutofit/>
          </a:bodyPr>
          <a:lstStyle>
            <a:lvl1pPr marL="142306" indent="-142306" algn="ctr">
              <a:buFont typeface="Eras Bold ITC" panose="020B0907030504020204" pitchFamily="34" charset="0"/>
              <a:buChar char="#"/>
              <a:defRPr sz="3201" b="1">
                <a:solidFill>
                  <a:srgbClr val="002060"/>
                </a:solidFill>
                <a:latin typeface="Eras Bold ITC" panose="020B0907030504020204" pitchFamily="34" charset="0"/>
              </a:defRPr>
            </a:lvl1pPr>
            <a:lvl2pPr marL="426917" indent="-142306" algn="ctr">
              <a:buFont typeface="Eras Bold ITC" panose="020B0907030504020204" pitchFamily="34" charset="0"/>
              <a:buChar char="#"/>
              <a:defRPr sz="3201" b="1">
                <a:solidFill>
                  <a:srgbClr val="002060"/>
                </a:solidFill>
                <a:latin typeface="Eras Bold ITC" panose="020B0907030504020204" pitchFamily="34" charset="0"/>
              </a:defRPr>
            </a:lvl2pPr>
            <a:lvl3pPr marL="1026422" indent="-457200" algn="ctr">
              <a:buFont typeface="Eras Bold ITC" panose="020B0907030504020204" pitchFamily="34" charset="0"/>
              <a:buChar char="#"/>
              <a:defRPr sz="3201" b="1">
                <a:solidFill>
                  <a:srgbClr val="002060"/>
                </a:solidFill>
                <a:latin typeface="Eras Bold ITC" panose="020B0907030504020204" pitchFamily="34" charset="0"/>
              </a:defRPr>
            </a:lvl3pPr>
            <a:lvl4pPr marL="996140" indent="-142306" algn="ctr">
              <a:buFont typeface="Eras Bold ITC" panose="020B0907030504020204" pitchFamily="34" charset="0"/>
              <a:buChar char="#"/>
              <a:defRPr sz="3201" b="1">
                <a:solidFill>
                  <a:srgbClr val="002060"/>
                </a:solidFill>
                <a:latin typeface="Eras Bold ITC" panose="020B0907030504020204" pitchFamily="34" charset="0"/>
              </a:defRPr>
            </a:lvl4pPr>
            <a:lvl5pPr marL="1280750" indent="-142306" algn="ctr">
              <a:buFont typeface="Eras Bold ITC" panose="020B0907030504020204" pitchFamily="34" charset="0"/>
              <a:buChar char="#"/>
              <a:defRPr sz="3201" b="1">
                <a:solidFill>
                  <a:srgbClr val="002060"/>
                </a:solidFill>
                <a:latin typeface="Eras Bold ITC" panose="020B0907030504020204" pitchFamily="34" charset="0"/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897071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7BED7A-0BB8-4EF2-A69A-53E4410A2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23EF2-2872-4378-9FDE-AFEA983DA76B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26762B-557D-4A36-AC06-F6841302CF02}"/>
              </a:ext>
            </a:extLst>
          </p:cNvPr>
          <p:cNvSpPr/>
          <p:nvPr userDrawn="1"/>
        </p:nvSpPr>
        <p:spPr>
          <a:xfrm>
            <a:off x="217344" y="1"/>
            <a:ext cx="2333830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5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0367D5-E6E1-468E-B5A4-A52BA6AC80F3}"/>
              </a:ext>
            </a:extLst>
          </p:cNvPr>
          <p:cNvSpPr/>
          <p:nvPr userDrawn="1"/>
        </p:nvSpPr>
        <p:spPr>
          <a:xfrm>
            <a:off x="158058" y="1"/>
            <a:ext cx="222941" cy="685799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48F4E2-4AF6-4635-B0C8-3849A35723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26080" y="1122363"/>
            <a:ext cx="8427720" cy="2387600"/>
          </a:xfrm>
        </p:spPr>
        <p:txBody>
          <a:bodyPr anchor="b"/>
          <a:lstStyle>
            <a:lvl1pPr algn="ctr">
              <a:defRPr sz="6000">
                <a:latin typeface="Clan-Medium" panose="0200050304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74FE78-DD38-4689-88BA-9C4E7984C4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26078" y="3602038"/>
            <a:ext cx="8427720" cy="1655762"/>
          </a:xfrm>
        </p:spPr>
        <p:txBody>
          <a:bodyPr/>
          <a:lstStyle>
            <a:lvl1pPr marL="0" indent="0" algn="ctr">
              <a:buNone/>
              <a:defRPr sz="2400">
                <a:latin typeface="Clan-Book" panose="0200050305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E6A227-7282-4C00-9B53-86C43038A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81D968-BED2-4B83-B15C-0DDA92123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AF4A-F4FA-443C-A561-206E6DC988A3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Graphic 10" descr="Classroom">
            <a:extLst>
              <a:ext uri="{FF2B5EF4-FFF2-40B4-BE49-F238E27FC236}">
                <a16:creationId xmlns:a16="http://schemas.microsoft.com/office/drawing/2014/main" id="{194FA857-A1EE-466B-BDFF-82DD0329BC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7564" y="5140939"/>
            <a:ext cx="1717061" cy="1717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693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D72E1DB-094E-40F5-B6CA-6AC96B50030F}"/>
              </a:ext>
            </a:extLst>
          </p:cNvPr>
          <p:cNvSpPr/>
          <p:nvPr userDrawn="1"/>
        </p:nvSpPr>
        <p:spPr>
          <a:xfrm>
            <a:off x="0" y="-5344"/>
            <a:ext cx="12192000" cy="47049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6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2C8B7D-46CD-43C2-B5C9-9E5F496D69EA}"/>
              </a:ext>
            </a:extLst>
          </p:cNvPr>
          <p:cNvSpPr/>
          <p:nvPr userDrawn="1"/>
        </p:nvSpPr>
        <p:spPr>
          <a:xfrm>
            <a:off x="0" y="5809797"/>
            <a:ext cx="12192000" cy="94099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65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9D9EF8-9DAB-4A0A-A801-F9772A387793}"/>
              </a:ext>
            </a:extLst>
          </p:cNvPr>
          <p:cNvSpPr/>
          <p:nvPr userDrawn="1"/>
        </p:nvSpPr>
        <p:spPr>
          <a:xfrm>
            <a:off x="0" y="6750793"/>
            <a:ext cx="12213594" cy="115707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4B0B7B-98C8-4CA2-9841-1861223C3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4472"/>
            <a:ext cx="10515600" cy="711373"/>
          </a:xfrm>
        </p:spPr>
        <p:txBody>
          <a:bodyPr/>
          <a:lstStyle>
            <a:lvl1pPr>
              <a:defRPr>
                <a:latin typeface="Clan-Medium" panose="0200050304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3B1BB-5563-4C0E-AD84-05E18FF72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0840"/>
            <a:ext cx="10515600" cy="4061503"/>
          </a:xfrm>
        </p:spPr>
        <p:txBody>
          <a:bodyPr/>
          <a:lstStyle>
            <a:lvl1pPr>
              <a:defRPr>
                <a:latin typeface="Clan-Book" panose="02000503050000020004" pitchFamily="2" charset="0"/>
              </a:defRPr>
            </a:lvl1pPr>
            <a:lvl2pPr>
              <a:defRPr>
                <a:latin typeface="Clan-Book" panose="02000503050000020004" pitchFamily="2" charset="0"/>
              </a:defRPr>
            </a:lvl2pPr>
            <a:lvl3pPr>
              <a:defRPr>
                <a:latin typeface="Clan-Book" panose="02000503050000020004" pitchFamily="2" charset="0"/>
              </a:defRPr>
            </a:lvl3pPr>
            <a:lvl4pPr>
              <a:defRPr>
                <a:latin typeface="Clan-Book" panose="02000503050000020004" pitchFamily="2" charset="0"/>
              </a:defRPr>
            </a:lvl4pPr>
            <a:lvl5pPr>
              <a:defRPr>
                <a:latin typeface="Clan-Book" panose="02000503050000020004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F86031-9FCB-455D-9BF6-88027E425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23EF2-2872-4378-9FDE-AFEA983DA76B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982F7-F996-4538-B6EC-541CD793A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EC184-3959-4507-8F3E-613037D16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AF4A-F4FA-443C-A561-206E6DC98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8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6321AAE5-7C22-4B44-B831-57FCBC60927F}"/>
              </a:ext>
            </a:extLst>
          </p:cNvPr>
          <p:cNvGrpSpPr/>
          <p:nvPr userDrawn="1"/>
        </p:nvGrpSpPr>
        <p:grpSpPr>
          <a:xfrm flipV="1">
            <a:off x="0" y="0"/>
            <a:ext cx="12213594" cy="1056703"/>
            <a:chOff x="0" y="5809797"/>
            <a:chExt cx="12213594" cy="105670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A2C8B7D-46CD-43C2-B5C9-9E5F496D69EA}"/>
                </a:ext>
              </a:extLst>
            </p:cNvPr>
            <p:cNvSpPr/>
            <p:nvPr userDrawn="1"/>
          </p:nvSpPr>
          <p:spPr>
            <a:xfrm>
              <a:off x="0" y="5809797"/>
              <a:ext cx="12192000" cy="94099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65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29D9EF8-9DAB-4A0A-A801-F9772A387793}"/>
                </a:ext>
              </a:extLst>
            </p:cNvPr>
            <p:cNvSpPr/>
            <p:nvPr userDrawn="1"/>
          </p:nvSpPr>
          <p:spPr>
            <a:xfrm>
              <a:off x="0" y="6750793"/>
              <a:ext cx="12213594" cy="115707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64B0B7B-98C8-4CA2-9841-1861223C3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8997" y="230518"/>
            <a:ext cx="10515600" cy="711373"/>
          </a:xfrm>
        </p:spPr>
        <p:txBody>
          <a:bodyPr/>
          <a:lstStyle>
            <a:lvl1pPr>
              <a:defRPr>
                <a:latin typeface="Clan-Medium" panose="0200050304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3B1BB-5563-4C0E-AD84-05E18FF72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1514"/>
            <a:ext cx="10515600" cy="5070024"/>
          </a:xfrm>
        </p:spPr>
        <p:txBody>
          <a:bodyPr/>
          <a:lstStyle>
            <a:lvl1pPr>
              <a:defRPr>
                <a:latin typeface="Clan-Book" panose="02000503050000020004" pitchFamily="2" charset="0"/>
              </a:defRPr>
            </a:lvl1pPr>
            <a:lvl2pPr>
              <a:defRPr>
                <a:latin typeface="Clan-Book" panose="02000503050000020004" pitchFamily="2" charset="0"/>
              </a:defRPr>
            </a:lvl2pPr>
            <a:lvl3pPr>
              <a:defRPr>
                <a:latin typeface="Clan-Book" panose="02000503050000020004" pitchFamily="2" charset="0"/>
              </a:defRPr>
            </a:lvl3pPr>
            <a:lvl4pPr>
              <a:defRPr>
                <a:latin typeface="Clan-Book" panose="02000503050000020004" pitchFamily="2" charset="0"/>
              </a:defRPr>
            </a:lvl4pPr>
            <a:lvl5pPr>
              <a:defRPr>
                <a:latin typeface="Clan-Book" panose="02000503050000020004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F86031-9FCB-455D-9BF6-88027E425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23EF2-2872-4378-9FDE-AFEA983DA76B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982F7-F996-4538-B6EC-541CD793A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EC184-3959-4507-8F3E-613037D16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AF4A-F4FA-443C-A561-206E6DC98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893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B0B7B-98C8-4CA2-9841-1861223C3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7287" y="230518"/>
            <a:ext cx="9887309" cy="711373"/>
          </a:xfrm>
        </p:spPr>
        <p:txBody>
          <a:bodyPr/>
          <a:lstStyle>
            <a:lvl1pPr>
              <a:defRPr>
                <a:latin typeface="Clan-Medium" panose="0200050304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3B1BB-5563-4C0E-AD84-05E18FF72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6490" y="1171514"/>
            <a:ext cx="9887309" cy="5070024"/>
          </a:xfrm>
        </p:spPr>
        <p:txBody>
          <a:bodyPr/>
          <a:lstStyle>
            <a:lvl1pPr>
              <a:defRPr>
                <a:latin typeface="Clan-Book" panose="02000503050000020004" pitchFamily="2" charset="0"/>
              </a:defRPr>
            </a:lvl1pPr>
            <a:lvl2pPr>
              <a:defRPr>
                <a:latin typeface="Clan-Book" panose="02000503050000020004" pitchFamily="2" charset="0"/>
              </a:defRPr>
            </a:lvl2pPr>
            <a:lvl3pPr>
              <a:defRPr>
                <a:latin typeface="Clan-Book" panose="02000503050000020004" pitchFamily="2" charset="0"/>
              </a:defRPr>
            </a:lvl3pPr>
            <a:lvl4pPr>
              <a:defRPr>
                <a:latin typeface="Clan-Book" panose="02000503050000020004" pitchFamily="2" charset="0"/>
              </a:defRPr>
            </a:lvl4pPr>
            <a:lvl5pPr>
              <a:defRPr>
                <a:latin typeface="Clan-Book" panose="02000503050000020004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F86031-9FCB-455D-9BF6-88027E425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23EF2-2872-4378-9FDE-AFEA983DA76B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982F7-F996-4538-B6EC-541CD793A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EC184-3959-4507-8F3E-613037D16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AF4A-F4FA-443C-A561-206E6DC988A3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1D7DAFE-16D9-4055-88FF-76567836F6F0}"/>
              </a:ext>
            </a:extLst>
          </p:cNvPr>
          <p:cNvGrpSpPr/>
          <p:nvPr userDrawn="1"/>
        </p:nvGrpSpPr>
        <p:grpSpPr>
          <a:xfrm rot="5400000" flipH="1">
            <a:off x="-2743201" y="2900647"/>
            <a:ext cx="6858000" cy="1056703"/>
            <a:chOff x="-416944" y="4961533"/>
            <a:chExt cx="12213594" cy="105670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8465EDF-454F-4668-A063-CEA8D37E0FFA}"/>
                </a:ext>
              </a:extLst>
            </p:cNvPr>
            <p:cNvSpPr/>
            <p:nvPr userDrawn="1"/>
          </p:nvSpPr>
          <p:spPr>
            <a:xfrm>
              <a:off x="-416944" y="4961533"/>
              <a:ext cx="12192000" cy="94099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65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F20E84F-46D2-480E-AB59-BD5178400EFF}"/>
                </a:ext>
              </a:extLst>
            </p:cNvPr>
            <p:cNvSpPr/>
            <p:nvPr userDrawn="1"/>
          </p:nvSpPr>
          <p:spPr>
            <a:xfrm>
              <a:off x="-416944" y="5902529"/>
              <a:ext cx="12213594" cy="115707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50"/>
            </a:p>
          </p:txBody>
        </p:sp>
      </p:grpSp>
    </p:spTree>
    <p:extLst>
      <p:ext uri="{BB962C8B-B14F-4D97-AF65-F5344CB8AC3E}">
        <p14:creationId xmlns:p14="http://schemas.microsoft.com/office/powerpoint/2010/main" val="1721698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FADBE89-35FB-4F5E-882E-97FE609DE4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2500" y="0"/>
            <a:ext cx="7429500" cy="6858000"/>
          </a:xfrm>
        </p:spPr>
        <p:txBody>
          <a:bodyPr/>
          <a:lstStyle/>
          <a:p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AC1EC23-F519-4090-A4F3-AECDCAED2009}"/>
              </a:ext>
            </a:extLst>
          </p:cNvPr>
          <p:cNvGrpSpPr/>
          <p:nvPr userDrawn="1"/>
        </p:nvGrpSpPr>
        <p:grpSpPr>
          <a:xfrm>
            <a:off x="196505" y="0"/>
            <a:ext cx="4566688" cy="6858000"/>
            <a:chOff x="180741" y="0"/>
            <a:chExt cx="2402348" cy="862466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78C203B-09F6-401D-9972-04717CE5824A}"/>
                </a:ext>
              </a:extLst>
            </p:cNvPr>
            <p:cNvSpPr/>
            <p:nvPr userDrawn="1"/>
          </p:nvSpPr>
          <p:spPr>
            <a:xfrm>
              <a:off x="249259" y="0"/>
              <a:ext cx="2333830" cy="862466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5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78C0E29-1938-4CC0-BA13-8918A8E56D0A}"/>
                </a:ext>
              </a:extLst>
            </p:cNvPr>
            <p:cNvSpPr/>
            <p:nvPr userDrawn="1"/>
          </p:nvSpPr>
          <p:spPr>
            <a:xfrm>
              <a:off x="180741" y="0"/>
              <a:ext cx="91201" cy="8624664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6066E79-8F20-4D60-B24D-100A7B6FB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119" y="368605"/>
            <a:ext cx="4113445" cy="2615664"/>
          </a:xfrm>
        </p:spPr>
        <p:txBody>
          <a:bodyPr anchor="b"/>
          <a:lstStyle>
            <a:lvl1pPr>
              <a:defRPr sz="6000">
                <a:latin typeface="Clan-Medium" panose="0200050304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A48C85-5DD0-4244-825E-23D1C4E24A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0119" y="3082829"/>
            <a:ext cx="4113445" cy="284624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Clan-Book" panose="0200050305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6E1E5-7AE8-4AC0-8344-518EE2199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23EF2-2872-4378-9FDE-AFEA983DA76B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6B1E6-4AE9-412C-BFC0-8F78A3D6F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BE39E8-4B39-444A-BB5E-7A7B5EADA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AF4A-F4FA-443C-A561-206E6DC988A3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Graphic 9" descr="Building Brick Wall">
            <a:extLst>
              <a:ext uri="{FF2B5EF4-FFF2-40B4-BE49-F238E27FC236}">
                <a16:creationId xmlns:a16="http://schemas.microsoft.com/office/drawing/2014/main" id="{01157D1D-AE29-477D-BAB3-EC3B2B8801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282" y="5929073"/>
            <a:ext cx="1001074" cy="1001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367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FE84532-7A49-4931-A28E-66E833AB0B42}"/>
              </a:ext>
            </a:extLst>
          </p:cNvPr>
          <p:cNvSpPr/>
          <p:nvPr userDrawn="1"/>
        </p:nvSpPr>
        <p:spPr>
          <a:xfrm>
            <a:off x="196504" y="5904683"/>
            <a:ext cx="11995495" cy="94099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65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FADBE89-35FB-4F5E-882E-97FE609DE4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2500" y="0"/>
            <a:ext cx="7429500" cy="5904683"/>
          </a:xfrm>
        </p:spPr>
        <p:txBody>
          <a:bodyPr/>
          <a:lstStyle/>
          <a:p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AC1EC23-F519-4090-A4F3-AECDCAED2009}"/>
              </a:ext>
            </a:extLst>
          </p:cNvPr>
          <p:cNvGrpSpPr/>
          <p:nvPr userDrawn="1"/>
        </p:nvGrpSpPr>
        <p:grpSpPr>
          <a:xfrm>
            <a:off x="196505" y="0"/>
            <a:ext cx="4566688" cy="6858000"/>
            <a:chOff x="180741" y="0"/>
            <a:chExt cx="2402348" cy="862466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78C203B-09F6-401D-9972-04717CE5824A}"/>
                </a:ext>
              </a:extLst>
            </p:cNvPr>
            <p:cNvSpPr/>
            <p:nvPr userDrawn="1"/>
          </p:nvSpPr>
          <p:spPr>
            <a:xfrm>
              <a:off x="249259" y="0"/>
              <a:ext cx="2333830" cy="862466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5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78C0E29-1938-4CC0-BA13-8918A8E56D0A}"/>
                </a:ext>
              </a:extLst>
            </p:cNvPr>
            <p:cNvSpPr/>
            <p:nvPr userDrawn="1"/>
          </p:nvSpPr>
          <p:spPr>
            <a:xfrm>
              <a:off x="180741" y="0"/>
              <a:ext cx="91201" cy="8624664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6066E79-8F20-4D60-B24D-100A7B6FB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119" y="368605"/>
            <a:ext cx="4113445" cy="2615664"/>
          </a:xfrm>
        </p:spPr>
        <p:txBody>
          <a:bodyPr anchor="b"/>
          <a:lstStyle>
            <a:lvl1pPr>
              <a:defRPr sz="6000">
                <a:latin typeface="Clan-Medium" panose="0200050304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A48C85-5DD0-4244-825E-23D1C4E24A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0119" y="3082829"/>
            <a:ext cx="4113445" cy="284624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Clan-Book" panose="0200050305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6E1E5-7AE8-4AC0-8344-518EE2199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23EF2-2872-4378-9FDE-AFEA983DA76B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6B1E6-4AE9-412C-BFC0-8F78A3D6F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BE39E8-4B39-444A-BB5E-7A7B5EADA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AF4A-F4FA-443C-A561-206E6DC98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226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FADBE89-35FB-4F5E-882E-97FE609DE4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429500" cy="6858000"/>
          </a:xfrm>
        </p:spPr>
        <p:txBody>
          <a:bodyPr/>
          <a:lstStyle/>
          <a:p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AC1EC23-F519-4090-A4F3-AECDCAED2009}"/>
              </a:ext>
            </a:extLst>
          </p:cNvPr>
          <p:cNvGrpSpPr/>
          <p:nvPr userDrawn="1"/>
        </p:nvGrpSpPr>
        <p:grpSpPr>
          <a:xfrm flipH="1">
            <a:off x="7425439" y="0"/>
            <a:ext cx="4566688" cy="6858000"/>
            <a:chOff x="180741" y="0"/>
            <a:chExt cx="2402348" cy="862466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78C203B-09F6-401D-9972-04717CE5824A}"/>
                </a:ext>
              </a:extLst>
            </p:cNvPr>
            <p:cNvSpPr/>
            <p:nvPr userDrawn="1"/>
          </p:nvSpPr>
          <p:spPr>
            <a:xfrm>
              <a:off x="249259" y="0"/>
              <a:ext cx="2333830" cy="862466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5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78C0E29-1938-4CC0-BA13-8918A8E56D0A}"/>
                </a:ext>
              </a:extLst>
            </p:cNvPr>
            <p:cNvSpPr/>
            <p:nvPr userDrawn="1"/>
          </p:nvSpPr>
          <p:spPr>
            <a:xfrm>
              <a:off x="180741" y="0"/>
              <a:ext cx="91201" cy="8624664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6066E79-8F20-4D60-B24D-100A7B6FB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0946" y="659357"/>
            <a:ext cx="4113445" cy="2615664"/>
          </a:xfrm>
        </p:spPr>
        <p:txBody>
          <a:bodyPr anchor="b"/>
          <a:lstStyle>
            <a:lvl1pPr>
              <a:defRPr sz="6000">
                <a:latin typeface="Clan-Medium" panose="0200050304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A48C85-5DD0-4244-825E-23D1C4E24A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00946" y="3373581"/>
            <a:ext cx="4113445" cy="284624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Clan-Book" panose="0200050305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6E1E5-7AE8-4AC0-8344-518EE2199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23EF2-2872-4378-9FDE-AFEA983DA76B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6B1E6-4AE9-412C-BFC0-8F78A3D6F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BE39E8-4B39-444A-BB5E-7A7B5EADA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AF4A-F4FA-443C-A561-206E6DC98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08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A2C9A9BA-B0E6-4614-B392-E5EEC4D63C0C}"/>
              </a:ext>
            </a:extLst>
          </p:cNvPr>
          <p:cNvGrpSpPr/>
          <p:nvPr userDrawn="1"/>
        </p:nvGrpSpPr>
        <p:grpSpPr>
          <a:xfrm rot="5400000" flipH="1">
            <a:off x="-2743201" y="2900647"/>
            <a:ext cx="6858000" cy="1056703"/>
            <a:chOff x="-416944" y="4961533"/>
            <a:chExt cx="12213594" cy="105670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250628C-FCB5-4822-ABDD-4D949AB0AC27}"/>
                </a:ext>
              </a:extLst>
            </p:cNvPr>
            <p:cNvSpPr/>
            <p:nvPr userDrawn="1"/>
          </p:nvSpPr>
          <p:spPr>
            <a:xfrm>
              <a:off x="-416944" y="4961533"/>
              <a:ext cx="12192000" cy="94099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65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AC12EFF-EC78-4DFB-9F52-7946F250007B}"/>
                </a:ext>
              </a:extLst>
            </p:cNvPr>
            <p:cNvSpPr/>
            <p:nvPr userDrawn="1"/>
          </p:nvSpPr>
          <p:spPr>
            <a:xfrm>
              <a:off x="-416944" y="5902529"/>
              <a:ext cx="12213594" cy="115707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D6407C6-7F0D-456D-8F80-AAAC51727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3246" y="278861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D0FE5-1CE4-4F98-A437-C40E715179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03246" y="1739361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92083D-4951-4236-91AD-ED3F895B94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37246" y="1739361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203FE5-4876-44FF-B29F-3C68A95D01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03246" y="6270086"/>
            <a:ext cx="2743200" cy="365125"/>
          </a:xfrm>
        </p:spPr>
        <p:txBody>
          <a:bodyPr/>
          <a:lstStyle/>
          <a:p>
            <a:fld id="{22B23EF2-2872-4378-9FDE-AFEA983DA76B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D62184-DC4B-4046-AD8F-1166E247A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03646" y="6270086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101EA4-7002-4562-AD86-4B1F98E04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5646" y="6270086"/>
            <a:ext cx="2743200" cy="365125"/>
          </a:xfrm>
        </p:spPr>
        <p:txBody>
          <a:bodyPr/>
          <a:lstStyle/>
          <a:p>
            <a:fld id="{5B1EAF4A-F4FA-443C-A561-206E6DC98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5170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53CDE00C-539C-4D4B-A581-DA6FACC4CF95}"/>
              </a:ext>
            </a:extLst>
          </p:cNvPr>
          <p:cNvGrpSpPr/>
          <p:nvPr userDrawn="1"/>
        </p:nvGrpSpPr>
        <p:grpSpPr>
          <a:xfrm rot="5400000" flipH="1">
            <a:off x="-2743201" y="2900647"/>
            <a:ext cx="6858000" cy="1056703"/>
            <a:chOff x="-416944" y="4961533"/>
            <a:chExt cx="12213594" cy="105670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8132462-F569-4682-80CD-5DBD194747C7}"/>
                </a:ext>
              </a:extLst>
            </p:cNvPr>
            <p:cNvSpPr/>
            <p:nvPr userDrawn="1"/>
          </p:nvSpPr>
          <p:spPr>
            <a:xfrm>
              <a:off x="-416944" y="4961533"/>
              <a:ext cx="12192000" cy="94099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65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526CD24-B052-45F9-8A98-E4A43F3F520F}"/>
                </a:ext>
              </a:extLst>
            </p:cNvPr>
            <p:cNvSpPr/>
            <p:nvPr userDrawn="1"/>
          </p:nvSpPr>
          <p:spPr>
            <a:xfrm>
              <a:off x="-416944" y="5902529"/>
              <a:ext cx="12213594" cy="115707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AF210EF-CFAE-47E8-8AC3-AC41A18E3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0120" y="287488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25EB43-E4B4-478A-B272-2961D5D62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40120" y="1603526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35023A-B876-4C93-9EF2-2E5C72399C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40120" y="2427438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B19069-AA90-4EF0-95CF-B42D2D3DA6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72532" y="1603526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808BFD-0C70-46F9-A6B7-212D8969C6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72532" y="2427438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E50F3E-ED90-40CF-B1BF-7315FE170C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8532" y="6278713"/>
            <a:ext cx="2743200" cy="365125"/>
          </a:xfrm>
        </p:spPr>
        <p:txBody>
          <a:bodyPr/>
          <a:lstStyle/>
          <a:p>
            <a:fld id="{22B23EF2-2872-4378-9FDE-AFEA983DA76B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9C4036-5B8E-4C70-8EAB-BB4BA5EE8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38932" y="6278713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F20EF3-8C2B-4872-AFF8-2DF4D6D8C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0932" y="6278713"/>
            <a:ext cx="2743200" cy="365125"/>
          </a:xfrm>
        </p:spPr>
        <p:txBody>
          <a:bodyPr/>
          <a:lstStyle/>
          <a:p>
            <a:fld id="{5B1EAF4A-F4FA-443C-A561-206E6DC98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1016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A04E1-917E-6B28-611C-A4C4EAB93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A58048-2155-685D-D7DB-28D3FD91C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23EF2-2872-4378-9FDE-AFEA983DA76B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96BAA2-864A-F4C7-35F1-E26BFAD76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193C68-1F91-8802-1F80-D01327E5D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AF4A-F4FA-443C-A561-206E6DC98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3335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B0B7B-98C8-4CA2-9841-1861223C3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8997" y="230518"/>
            <a:ext cx="10515600" cy="711373"/>
          </a:xfrm>
        </p:spPr>
        <p:txBody>
          <a:bodyPr/>
          <a:lstStyle>
            <a:lvl1pPr>
              <a:defRPr>
                <a:latin typeface="Clan-Medium" panose="0200050304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3B1BB-5563-4C0E-AD84-05E18FF72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1514"/>
            <a:ext cx="10515600" cy="5070024"/>
          </a:xfrm>
        </p:spPr>
        <p:txBody>
          <a:bodyPr/>
          <a:lstStyle>
            <a:lvl1pPr>
              <a:defRPr>
                <a:latin typeface="Clan-Book" panose="02000503050000020004" pitchFamily="2" charset="0"/>
              </a:defRPr>
            </a:lvl1pPr>
            <a:lvl2pPr>
              <a:defRPr>
                <a:latin typeface="Clan-Book" panose="02000503050000020004" pitchFamily="2" charset="0"/>
              </a:defRPr>
            </a:lvl2pPr>
            <a:lvl3pPr>
              <a:defRPr>
                <a:latin typeface="Clan-Book" panose="02000503050000020004" pitchFamily="2" charset="0"/>
              </a:defRPr>
            </a:lvl3pPr>
            <a:lvl4pPr>
              <a:defRPr>
                <a:latin typeface="Clan-Book" panose="02000503050000020004" pitchFamily="2" charset="0"/>
              </a:defRPr>
            </a:lvl4pPr>
            <a:lvl5pPr>
              <a:defRPr>
                <a:latin typeface="Clan-Book" panose="02000503050000020004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F86031-9FCB-455D-9BF6-88027E425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23EF2-2872-4378-9FDE-AFEA983DA76B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982F7-F996-4538-B6EC-541CD793A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EC184-3959-4507-8F3E-613037D16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AF4A-F4FA-443C-A561-206E6DC98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600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0C836A-601C-4673-97BA-270F598A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BD68BB-20A8-4BD8-AE3E-157D760555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6A811-963A-4BEC-BA10-1E75132FDE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B23EF2-2872-4378-9FDE-AFEA983DA76B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17B18F-1ADE-42D1-AD17-50885BFA8C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185544-9957-4D60-8C9C-51F8E9927E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EAF4A-F4FA-443C-A561-206E6DC98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669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61" r:id="rId3"/>
    <p:sldLayoutId id="2147483666" r:id="rId4"/>
    <p:sldLayoutId id="2147483650" r:id="rId5"/>
    <p:sldLayoutId id="2147483660" r:id="rId6"/>
    <p:sldLayoutId id="2147483663" r:id="rId7"/>
    <p:sldLayoutId id="2147483651" r:id="rId8"/>
    <p:sldLayoutId id="2147483664" r:id="rId9"/>
    <p:sldLayoutId id="2147483662" r:id="rId10"/>
    <p:sldLayoutId id="2147483652" r:id="rId11"/>
    <p:sldLayoutId id="2147483653" r:id="rId12"/>
    <p:sldLayoutId id="2147483667" r:id="rId13"/>
    <p:sldLayoutId id="2147483668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59098-EB76-0FCF-20A5-F74B807FC0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Design Patterns</a:t>
            </a:r>
            <a:endParaRPr lang="en-PH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CEB6E2-4BEE-8D0C-E6BF-28E9803244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Presented by:</a:t>
            </a:r>
            <a:br>
              <a:rPr lang="en-US" dirty="0"/>
            </a:br>
            <a:r>
              <a:rPr lang="en-US" dirty="0"/>
              <a:t>Prof. Cyrus </a:t>
            </a:r>
            <a:r>
              <a:rPr lang="en-US" dirty="0" err="1"/>
              <a:t>Rj</a:t>
            </a:r>
            <a:r>
              <a:rPr lang="en-US" dirty="0"/>
              <a:t> W. Robles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769476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F557F-2875-A864-A3DB-E49CF208D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C5468-D4A1-B25E-0EF6-CAA0CB849B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latin typeface="Clan-Book"/>
              </a:rPr>
              <a:t>Introduction</a:t>
            </a:r>
          </a:p>
          <a:p>
            <a:pPr algn="l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US" sz="2800" b="1" dirty="0">
              <a:latin typeface="Clan-Book"/>
            </a:endParaRPr>
          </a:p>
          <a:p>
            <a:pPr algn="l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bg2">
                    <a:lumMod val="75000"/>
                  </a:schemeClr>
                </a:solidFill>
                <a:latin typeface="Clan-Book"/>
              </a:rPr>
              <a:t>Types of Design Patterns</a:t>
            </a:r>
          </a:p>
          <a:p>
            <a:pPr algn="l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US" b="1" dirty="0">
              <a:solidFill>
                <a:schemeClr val="bg2">
                  <a:lumMod val="75000"/>
                </a:schemeClr>
              </a:solidFill>
              <a:latin typeface="Clan-Book"/>
            </a:endParaRPr>
          </a:p>
          <a:p>
            <a:pPr algn="l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bg2">
                    <a:lumMod val="75000"/>
                  </a:schemeClr>
                </a:solidFill>
                <a:latin typeface="Clan-Book"/>
              </a:rPr>
              <a:t>Model-View-Controller Architecture</a:t>
            </a:r>
          </a:p>
          <a:p>
            <a:pPr marL="0" indent="0" algn="l">
              <a:lnSpc>
                <a:spcPct val="100000"/>
              </a:lnSpc>
              <a:buNone/>
            </a:pPr>
            <a:endParaRPr lang="en-US" sz="2800" b="1" dirty="0">
              <a:latin typeface="Clan-Book"/>
            </a:endParaRPr>
          </a:p>
          <a:p>
            <a:pPr algn="l"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sz="2800" b="1" dirty="0">
              <a:latin typeface="Clan-Book"/>
            </a:endParaRPr>
          </a:p>
          <a:p>
            <a:pPr algn="l"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sz="2800" b="1" dirty="0">
              <a:latin typeface="Clan-Book"/>
            </a:endParaRPr>
          </a:p>
          <a:p>
            <a:pPr algn="l"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sz="2800" b="1" dirty="0">
              <a:latin typeface="Clan-Book"/>
            </a:endParaRPr>
          </a:p>
          <a:p>
            <a:pPr algn="l"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sz="2800" b="1" dirty="0">
              <a:latin typeface="Clan-Book"/>
            </a:endParaRPr>
          </a:p>
          <a:p>
            <a:pPr algn="l"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sz="2800" b="1" dirty="0">
              <a:latin typeface="Clan-Book"/>
            </a:endParaRPr>
          </a:p>
          <a:p>
            <a:pPr algn="l"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sz="2800" b="1" dirty="0">
              <a:latin typeface="Clan-Book"/>
            </a:endParaRPr>
          </a:p>
        </p:txBody>
      </p:sp>
    </p:spTree>
    <p:extLst>
      <p:ext uri="{BB962C8B-B14F-4D97-AF65-F5344CB8AC3E}">
        <p14:creationId xmlns:p14="http://schemas.microsoft.com/office/powerpoint/2010/main" val="3670292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32DBB-EA90-0FE9-D637-6A3D1513B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Design Patterns</a:t>
            </a:r>
          </a:p>
        </p:txBody>
      </p:sp>
      <p:graphicFrame>
        <p:nvGraphicFramePr>
          <p:cNvPr id="4" name="Title 1">
            <a:extLst>
              <a:ext uri="{FF2B5EF4-FFF2-40B4-BE49-F238E27FC236}">
                <a16:creationId xmlns:a16="http://schemas.microsoft.com/office/drawing/2014/main" id="{676BCDB0-BDB3-2D5B-F98C-9ACB014294E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4660003"/>
              </p:ext>
            </p:extLst>
          </p:nvPr>
        </p:nvGraphicFramePr>
        <p:xfrm>
          <a:off x="1477287" y="941891"/>
          <a:ext cx="10521880" cy="56855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27638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32DBB-EA90-0FE9-D637-6A3D1513B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Benefits of using Design Patterns</a:t>
            </a:r>
            <a:endParaRPr lang="en-PH" b="1" dirty="0"/>
          </a:p>
        </p:txBody>
      </p:sp>
      <p:graphicFrame>
        <p:nvGraphicFramePr>
          <p:cNvPr id="3" name="Title 1">
            <a:extLst>
              <a:ext uri="{FF2B5EF4-FFF2-40B4-BE49-F238E27FC236}">
                <a16:creationId xmlns:a16="http://schemas.microsoft.com/office/drawing/2014/main" id="{BE1B25C4-BA75-9392-D64E-A6D8AC7A0D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14190473"/>
              </p:ext>
            </p:extLst>
          </p:nvPr>
        </p:nvGraphicFramePr>
        <p:xfrm>
          <a:off x="1346658" y="941891"/>
          <a:ext cx="10521881" cy="56855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30116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F557F-2875-A864-A3DB-E49CF208D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C5468-D4A1-B25E-0EF6-CAA0CB849B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bg2">
                    <a:lumMod val="75000"/>
                  </a:schemeClr>
                </a:solidFill>
                <a:latin typeface="Clan-Book"/>
              </a:rPr>
              <a:t>Introduction</a:t>
            </a:r>
          </a:p>
          <a:p>
            <a:pPr algn="l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US" sz="2800" b="1" dirty="0">
              <a:latin typeface="Clan-Book"/>
            </a:endParaRPr>
          </a:p>
          <a:p>
            <a:pPr algn="l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latin typeface="Clan-Book"/>
              </a:rPr>
              <a:t>Types of Design Patterns</a:t>
            </a:r>
          </a:p>
          <a:p>
            <a:pPr algn="l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US" b="1" dirty="0">
              <a:solidFill>
                <a:schemeClr val="bg2">
                  <a:lumMod val="75000"/>
                </a:schemeClr>
              </a:solidFill>
              <a:latin typeface="Clan-Book"/>
            </a:endParaRPr>
          </a:p>
          <a:p>
            <a:pPr algn="l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bg2">
                    <a:lumMod val="75000"/>
                  </a:schemeClr>
                </a:solidFill>
                <a:latin typeface="Clan-Book"/>
              </a:rPr>
              <a:t>Model-View-Controller Architecture</a:t>
            </a:r>
          </a:p>
          <a:p>
            <a:pPr marL="0" indent="0" algn="l">
              <a:lnSpc>
                <a:spcPct val="100000"/>
              </a:lnSpc>
              <a:buNone/>
            </a:pPr>
            <a:endParaRPr lang="en-US" sz="2800" b="1" dirty="0">
              <a:latin typeface="Clan-Book"/>
            </a:endParaRPr>
          </a:p>
          <a:p>
            <a:pPr algn="l"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sz="2800" b="1" dirty="0">
              <a:latin typeface="Clan-Book"/>
            </a:endParaRPr>
          </a:p>
          <a:p>
            <a:pPr algn="l"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sz="2800" b="1" dirty="0">
              <a:latin typeface="Clan-Book"/>
            </a:endParaRPr>
          </a:p>
          <a:p>
            <a:pPr algn="l"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sz="2800" b="1" dirty="0">
              <a:latin typeface="Clan-Book"/>
            </a:endParaRPr>
          </a:p>
          <a:p>
            <a:pPr algn="l"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sz="2800" b="1" dirty="0">
              <a:latin typeface="Clan-Book"/>
            </a:endParaRPr>
          </a:p>
          <a:p>
            <a:pPr algn="l"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sz="2800" b="1" dirty="0">
              <a:latin typeface="Clan-Book"/>
            </a:endParaRPr>
          </a:p>
          <a:p>
            <a:pPr algn="l"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sz="2800" b="1" dirty="0">
              <a:latin typeface="Clan-Book"/>
            </a:endParaRPr>
          </a:p>
        </p:txBody>
      </p:sp>
    </p:spTree>
    <p:extLst>
      <p:ext uri="{BB962C8B-B14F-4D97-AF65-F5344CB8AC3E}">
        <p14:creationId xmlns:p14="http://schemas.microsoft.com/office/powerpoint/2010/main" val="3346491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41F65-FC47-E2E7-EF9D-9CFA9AD00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Design Patterns</a:t>
            </a:r>
            <a:endParaRPr lang="en-PH" b="1" dirty="0"/>
          </a:p>
        </p:txBody>
      </p:sp>
      <p:graphicFrame>
        <p:nvGraphicFramePr>
          <p:cNvPr id="5" name="Title 1">
            <a:extLst>
              <a:ext uri="{FF2B5EF4-FFF2-40B4-BE49-F238E27FC236}">
                <a16:creationId xmlns:a16="http://schemas.microsoft.com/office/drawing/2014/main" id="{AE3F4597-037F-1B0E-0A99-CB5722D451D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82616879"/>
              </p:ext>
            </p:extLst>
          </p:nvPr>
        </p:nvGraphicFramePr>
        <p:xfrm>
          <a:off x="848997" y="1062880"/>
          <a:ext cx="10515600" cy="55646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08594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7D3C0-448C-7AD5-67AB-00E95B8D7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Design Patterns</a:t>
            </a:r>
            <a:endParaRPr lang="en-PH" dirty="0"/>
          </a:p>
        </p:txBody>
      </p:sp>
      <p:graphicFrame>
        <p:nvGraphicFramePr>
          <p:cNvPr id="6" name="Table 2">
            <a:extLst>
              <a:ext uri="{FF2B5EF4-FFF2-40B4-BE49-F238E27FC236}">
                <a16:creationId xmlns:a16="http://schemas.microsoft.com/office/drawing/2014/main" id="{7C38ED60-22E3-8D46-5FEA-9014D22D13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6976182"/>
              </p:ext>
            </p:extLst>
          </p:nvPr>
        </p:nvGraphicFramePr>
        <p:xfrm>
          <a:off x="1477287" y="941890"/>
          <a:ext cx="10552878" cy="5685592"/>
        </p:xfrm>
        <a:graphic>
          <a:graphicData uri="http://schemas.openxmlformats.org/drawingml/2006/table">
            <a:tbl>
              <a:tblPr firstRow="1" bandRow="1">
                <a:tableStyleId>{91EBBBCC-DAD2-459C-BE2E-F6DE35CF9A28}</a:tableStyleId>
              </a:tblPr>
              <a:tblGrid>
                <a:gridCol w="3517626">
                  <a:extLst>
                    <a:ext uri="{9D8B030D-6E8A-4147-A177-3AD203B41FA5}">
                      <a16:colId xmlns:a16="http://schemas.microsoft.com/office/drawing/2014/main" val="3198970439"/>
                    </a:ext>
                  </a:extLst>
                </a:gridCol>
                <a:gridCol w="3517626">
                  <a:extLst>
                    <a:ext uri="{9D8B030D-6E8A-4147-A177-3AD203B41FA5}">
                      <a16:colId xmlns:a16="http://schemas.microsoft.com/office/drawing/2014/main" val="2482439460"/>
                    </a:ext>
                  </a:extLst>
                </a:gridCol>
                <a:gridCol w="3517626">
                  <a:extLst>
                    <a:ext uri="{9D8B030D-6E8A-4147-A177-3AD203B41FA5}">
                      <a16:colId xmlns:a16="http://schemas.microsoft.com/office/drawing/2014/main" val="1009310281"/>
                    </a:ext>
                  </a:extLst>
                </a:gridCol>
              </a:tblGrid>
              <a:tr h="71069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Creational</a:t>
                      </a:r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Structural</a:t>
                      </a:r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Behavioral</a:t>
                      </a:r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2658766"/>
                  </a:ext>
                </a:extLst>
              </a:tr>
              <a:tr h="71069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Singleton</a:t>
                      </a:r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Adapter</a:t>
                      </a:r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Chain of Responsibility</a:t>
                      </a:r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4748941"/>
                  </a:ext>
                </a:extLst>
              </a:tr>
              <a:tr h="710699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Factory</a:t>
                      </a:r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Composite</a:t>
                      </a:r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Command</a:t>
                      </a:r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632941"/>
                  </a:ext>
                </a:extLst>
              </a:tr>
              <a:tr h="710699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Abstract Factory</a:t>
                      </a:r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Proxy</a:t>
                      </a:r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Interpreter</a:t>
                      </a:r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6367256"/>
                  </a:ext>
                </a:extLst>
              </a:tr>
              <a:tr h="710699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Builder </a:t>
                      </a:r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Flyweight</a:t>
                      </a:r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Iterator</a:t>
                      </a:r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8355064"/>
                  </a:ext>
                </a:extLst>
              </a:tr>
              <a:tr h="710699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Prototype</a:t>
                      </a:r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Facade</a:t>
                      </a:r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Mediator</a:t>
                      </a:r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733890"/>
                  </a:ext>
                </a:extLst>
              </a:tr>
              <a:tr h="710699">
                <a:tc>
                  <a:txBody>
                    <a:bodyPr/>
                    <a:lstStyle/>
                    <a:p>
                      <a:pPr algn="ctr"/>
                      <a:endParaRPr lang="en-P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Bridge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Memento</a:t>
                      </a:r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334329"/>
                  </a:ext>
                </a:extLst>
              </a:tr>
              <a:tr h="710699"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Decorator</a:t>
                      </a:r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Visitor</a:t>
                      </a:r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82114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26839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F557F-2875-A864-A3DB-E49CF208D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C5468-D4A1-B25E-0EF6-CAA0CB849B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bg2">
                    <a:lumMod val="75000"/>
                  </a:schemeClr>
                </a:solidFill>
                <a:latin typeface="Clan-Book"/>
              </a:rPr>
              <a:t>Introduction</a:t>
            </a:r>
          </a:p>
          <a:p>
            <a:pPr algn="l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US" sz="2800" b="1" dirty="0">
              <a:latin typeface="Clan-Book"/>
            </a:endParaRPr>
          </a:p>
          <a:p>
            <a:pPr algn="l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bg2">
                    <a:lumMod val="75000"/>
                  </a:schemeClr>
                </a:solidFill>
                <a:latin typeface="Clan-Book"/>
              </a:rPr>
              <a:t>Types of Design Patterns</a:t>
            </a:r>
          </a:p>
          <a:p>
            <a:pPr algn="l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US" b="1" dirty="0">
              <a:solidFill>
                <a:schemeClr val="bg2">
                  <a:lumMod val="75000"/>
                </a:schemeClr>
              </a:solidFill>
              <a:latin typeface="Clan-Book"/>
            </a:endParaRPr>
          </a:p>
          <a:p>
            <a:pPr algn="l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latin typeface="Clan-Book"/>
              </a:rPr>
              <a:t>Model-View-Controller Architecture</a:t>
            </a:r>
          </a:p>
          <a:p>
            <a:pPr marL="0" indent="0" algn="l">
              <a:lnSpc>
                <a:spcPct val="100000"/>
              </a:lnSpc>
              <a:buNone/>
            </a:pPr>
            <a:endParaRPr lang="en-US" sz="2800" b="1" dirty="0">
              <a:latin typeface="Clan-Book"/>
            </a:endParaRPr>
          </a:p>
          <a:p>
            <a:pPr algn="l"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sz="2800" b="1" dirty="0">
              <a:latin typeface="Clan-Book"/>
            </a:endParaRPr>
          </a:p>
          <a:p>
            <a:pPr algn="l"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sz="2800" b="1" dirty="0">
              <a:latin typeface="Clan-Book"/>
            </a:endParaRPr>
          </a:p>
          <a:p>
            <a:pPr algn="l"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sz="2800" b="1" dirty="0">
              <a:latin typeface="Clan-Book"/>
            </a:endParaRPr>
          </a:p>
          <a:p>
            <a:pPr algn="l"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sz="2800" b="1" dirty="0">
              <a:latin typeface="Clan-Book"/>
            </a:endParaRPr>
          </a:p>
          <a:p>
            <a:pPr algn="l"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sz="2800" b="1" dirty="0">
              <a:latin typeface="Clan-Book"/>
            </a:endParaRPr>
          </a:p>
          <a:p>
            <a:pPr algn="l"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sz="2800" b="1" dirty="0">
              <a:latin typeface="Clan-Book"/>
            </a:endParaRPr>
          </a:p>
        </p:txBody>
      </p:sp>
    </p:spTree>
    <p:extLst>
      <p:ext uri="{BB962C8B-B14F-4D97-AF65-F5344CB8AC3E}">
        <p14:creationId xmlns:p14="http://schemas.microsoft.com/office/powerpoint/2010/main" val="8962563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EDA2C-25AD-64E5-2C92-D6F6A5D6A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Model-View-Controller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161C56-175D-1281-4F59-2556AC487A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342900" indent="-34290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PH" sz="2800" dirty="0">
                <a:latin typeface="Clan-Book" panose="02000503050000020004"/>
              </a:rPr>
              <a:t>The Model-View-Controller (MVC) is a well-known design pattern in the web development field. </a:t>
            </a:r>
          </a:p>
          <a:p>
            <a:pPr marL="342900" indent="-34290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PH" sz="2800" dirty="0">
              <a:latin typeface="Clan-Book" panose="02000503050000020004"/>
            </a:endParaRPr>
          </a:p>
          <a:p>
            <a:pPr marL="342900" indent="-34290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PH" sz="2800" dirty="0">
                <a:latin typeface="Clan-Book" panose="02000503050000020004"/>
              </a:rPr>
              <a:t>It is way to </a:t>
            </a:r>
            <a:r>
              <a:rPr lang="en-PH" sz="2800" b="1" dirty="0">
                <a:solidFill>
                  <a:srgbClr val="0070C0"/>
                </a:solidFill>
                <a:latin typeface="Clan-Book" panose="02000503050000020004"/>
              </a:rPr>
              <a:t>organize our code</a:t>
            </a:r>
            <a:r>
              <a:rPr lang="en-PH" sz="2800" dirty="0">
                <a:latin typeface="Clan-Book" panose="02000503050000020004"/>
              </a:rPr>
              <a:t>. </a:t>
            </a:r>
          </a:p>
          <a:p>
            <a:pPr marL="342900" indent="-34290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PH" sz="2800" dirty="0">
              <a:latin typeface="Clan-Book" panose="02000503050000020004"/>
            </a:endParaRPr>
          </a:p>
          <a:p>
            <a:pPr marL="342900" indent="-34290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PH" sz="2800" dirty="0">
                <a:latin typeface="Clan-Book" panose="02000503050000020004"/>
              </a:rPr>
              <a:t>It specifies that a program or application shall consist of </a:t>
            </a:r>
            <a:r>
              <a:rPr lang="en-PH" sz="2800" b="1" dirty="0">
                <a:solidFill>
                  <a:srgbClr val="0070C0"/>
                </a:solidFill>
                <a:latin typeface="Clan-Book" panose="02000503050000020004"/>
              </a:rPr>
              <a:t>data model, presentation information and control information</a:t>
            </a:r>
            <a:r>
              <a:rPr lang="en-PH" sz="2800" dirty="0">
                <a:latin typeface="Clan-Book" panose="02000503050000020004"/>
              </a:rPr>
              <a:t>. </a:t>
            </a:r>
          </a:p>
          <a:p>
            <a:pPr marL="342900" indent="-34290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PH" sz="2800" dirty="0">
              <a:latin typeface="Clan-Book" panose="02000503050000020004"/>
            </a:endParaRPr>
          </a:p>
          <a:p>
            <a:pPr marL="342900" indent="-34290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PH" sz="2800" dirty="0">
                <a:latin typeface="Clan-Book" panose="02000503050000020004"/>
              </a:rPr>
              <a:t>The MVC pattern needs all these components to be </a:t>
            </a:r>
            <a:r>
              <a:rPr lang="en-PH" sz="2800" b="1" dirty="0">
                <a:solidFill>
                  <a:srgbClr val="0070C0"/>
                </a:solidFill>
                <a:latin typeface="Clan-Book" panose="02000503050000020004"/>
              </a:rPr>
              <a:t>separated as different objects</a:t>
            </a:r>
            <a:r>
              <a:rPr lang="en-PH" sz="2800" dirty="0">
                <a:latin typeface="Clan-Book" panose="0200050305000002000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403384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8D84E-DA75-37AB-127D-A5DD074A3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MVC Architecture Pattern</a:t>
            </a:r>
            <a:endParaRPr lang="en-PH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AAC52E-9F50-48C4-6787-330BDDA61F2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67" b="3634"/>
          <a:stretch/>
        </p:blipFill>
        <p:spPr>
          <a:xfrm>
            <a:off x="1984793" y="1250302"/>
            <a:ext cx="8222414" cy="5377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3428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098C6-CEC2-C25A-8643-C7AD220FB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Model Layer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18EF6-453B-9682-B061-8623922009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0840"/>
            <a:ext cx="10515600" cy="4375478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PH" sz="2800" b="0" i="0" u="none" strike="noStrike" dirty="0">
                <a:solidFill>
                  <a:srgbClr val="000000"/>
                </a:solidFill>
                <a:effectLst/>
                <a:latin typeface="Clan-Book" panose="02000503050000020004"/>
              </a:rPr>
              <a:t>It represents the business layer of application.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PH" sz="2800" dirty="0">
              <a:solidFill>
                <a:srgbClr val="000000"/>
              </a:solidFill>
              <a:latin typeface="Clan-Book" panose="02000503050000020004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PH" sz="2800" b="0" i="0" u="none" strike="noStrike" dirty="0">
                <a:solidFill>
                  <a:srgbClr val="000000"/>
                </a:solidFill>
                <a:effectLst/>
                <a:latin typeface="Clan-Book" panose="02000503050000020004"/>
              </a:rPr>
              <a:t>The model represents the data and the rules that govern access to and updates of this data.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PH" sz="2800" dirty="0">
              <a:solidFill>
                <a:srgbClr val="000000"/>
              </a:solidFill>
              <a:latin typeface="Clan-Book" panose="02000503050000020004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PH" sz="2800" b="0" i="0" u="none" strike="noStrike" dirty="0">
                <a:solidFill>
                  <a:srgbClr val="000000"/>
                </a:solidFill>
                <a:effectLst/>
                <a:latin typeface="Clan-Book" panose="02000503050000020004"/>
              </a:rPr>
              <a:t>In the context of Java Swing, 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lan-Book" panose="02000503050000020004"/>
              </a:rPr>
              <a:t>Swing's models are divided into two categories: GUI-state models and application data models. GUI state models are interfaces that define a GUI control's visual status, such as whether a button is pressed or armed, similar to </a:t>
            </a:r>
            <a:r>
              <a:rPr lang="en-US" sz="2800" b="1" i="1" u="none" strike="noStrike" dirty="0" err="1">
                <a:solidFill>
                  <a:srgbClr val="0070C0"/>
                </a:solidFill>
                <a:effectLst/>
                <a:latin typeface="Clan-Book" panose="02000503050000020004"/>
              </a:rPr>
              <a:t>ButtonModel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lan-Book" panose="02000503050000020004"/>
              </a:rPr>
              <a:t>. An application-data model is an interface that represents measurable data that the UI displays to the user, such as the value of a cell in a table like </a:t>
            </a:r>
            <a:r>
              <a:rPr lang="en-US" sz="2800" b="1" i="1" u="none" strike="noStrike" dirty="0" err="1">
                <a:solidFill>
                  <a:srgbClr val="0070C0"/>
                </a:solidFill>
                <a:effectLst/>
                <a:latin typeface="Clan-Book" panose="02000503050000020004"/>
              </a:rPr>
              <a:t>TableModel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lan-Book" panose="0200050305000002000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031583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098C6-CEC2-C25A-8643-C7AD220FB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View Layer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18EF6-453B-9682-B061-8623922009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00000"/>
              </a:lnSpc>
            </a:pPr>
            <a:r>
              <a:rPr lang="en-PH" sz="2800" b="0" i="0" u="none" strike="noStrike" dirty="0">
                <a:solidFill>
                  <a:srgbClr val="000000"/>
                </a:solidFill>
                <a:effectLst/>
                <a:latin typeface="+mn-lt"/>
              </a:rPr>
              <a:t>It represents the presentation layer of application.</a:t>
            </a:r>
          </a:p>
          <a:p>
            <a:pPr marL="342900" indent="-34290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PH" sz="2800" dirty="0">
              <a:solidFill>
                <a:srgbClr val="000000"/>
              </a:solidFill>
              <a:latin typeface="+mn-lt"/>
            </a:endParaRPr>
          </a:p>
          <a:p>
            <a:pPr marL="342900" indent="-34290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PH" sz="2800" b="0" i="0" u="none" strike="noStrike" dirty="0">
                <a:solidFill>
                  <a:srgbClr val="000000"/>
                </a:solidFill>
                <a:effectLst/>
                <a:latin typeface="+mn-lt"/>
              </a:rPr>
              <a:t>It is used to visualize the data that the model contains.</a:t>
            </a:r>
          </a:p>
          <a:p>
            <a:pPr marL="342900" indent="-34290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PH" sz="2800" dirty="0">
              <a:solidFill>
                <a:srgbClr val="000000"/>
              </a:solidFill>
              <a:latin typeface="+mn-lt"/>
            </a:endParaRPr>
          </a:p>
          <a:p>
            <a:pPr marL="342900" indent="-34290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PH" sz="2800" b="0" i="0" u="none" strike="noStrike" dirty="0">
                <a:solidFill>
                  <a:srgbClr val="000000"/>
                </a:solidFill>
                <a:effectLst/>
                <a:latin typeface="+mn-lt"/>
              </a:rPr>
              <a:t>The view renders the contents of a model. It specifies exactly how the model data should be presented.</a:t>
            </a:r>
          </a:p>
          <a:p>
            <a:pPr marL="342900" indent="-34290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PH" sz="2800" b="0" i="0" u="none" strike="noStrike" dirty="0">
              <a:solidFill>
                <a:srgbClr val="000000"/>
              </a:solidFill>
              <a:effectLst/>
              <a:latin typeface="+mn-lt"/>
            </a:endParaRPr>
          </a:p>
          <a:p>
            <a:pPr marL="342900" indent="-34290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PH" sz="2800" b="0" i="0" u="none" strike="noStrike" dirty="0">
                <a:solidFill>
                  <a:srgbClr val="000000"/>
                </a:solidFill>
                <a:effectLst/>
                <a:latin typeface="+mn-lt"/>
              </a:rPr>
              <a:t>In the context of Java Swing, 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+mn-lt"/>
              </a:rPr>
              <a:t>The view is a UI component that displays data to the user. Thus, it oversees all UI-related; such as layout and drawing. (e.g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. </a:t>
            </a:r>
            <a:r>
              <a:rPr lang="en-US" sz="2800" b="1" i="1" u="none" strike="noStrike" dirty="0" err="1">
                <a:solidFill>
                  <a:srgbClr val="0070C0"/>
                </a:solidFill>
                <a:effectLst/>
                <a:latin typeface="+mn-lt"/>
              </a:rPr>
              <a:t>Jtable</a:t>
            </a:r>
            <a:r>
              <a:rPr lang="en-US" sz="2800" i="0" u="none" strike="noStrike" dirty="0">
                <a:effectLst/>
                <a:latin typeface="+mn-lt"/>
              </a:rPr>
              <a:t>)</a:t>
            </a:r>
            <a:endParaRPr lang="en-PH" sz="2800" i="0" u="none" strike="noStrike" dirty="0"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276245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098C6-CEC2-C25A-8643-C7AD220FB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Controller Layer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18EF6-453B-9682-B061-8623922009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0840"/>
            <a:ext cx="10515600" cy="4282172"/>
          </a:xfrm>
        </p:spPr>
        <p:txBody>
          <a:bodyPr>
            <a:normAutofit fontScale="70000" lnSpcReduction="20000"/>
          </a:bodyPr>
          <a:lstStyle/>
          <a:p>
            <a:pPr marL="342900" indent="-342900" algn="just">
              <a:buFont typeface="Wingdings" pitchFamily="2" charset="2"/>
              <a:buChar char="§"/>
            </a:pPr>
            <a:r>
              <a:rPr lang="en-PH" sz="2800" b="0" i="0" u="none" strike="noStrike" dirty="0">
                <a:solidFill>
                  <a:srgbClr val="000000"/>
                </a:solidFill>
                <a:effectLst/>
                <a:latin typeface="Clan-Book" panose="02000503050000020004"/>
              </a:rPr>
              <a:t>It works on both the model and view. </a:t>
            </a:r>
          </a:p>
          <a:p>
            <a:pPr marL="342900" indent="-342900" algn="just">
              <a:buFont typeface="Wingdings" pitchFamily="2" charset="2"/>
              <a:buChar char="§"/>
            </a:pPr>
            <a:endParaRPr lang="en-PH" sz="2800" dirty="0">
              <a:solidFill>
                <a:srgbClr val="000000"/>
              </a:solidFill>
              <a:latin typeface="Clan-Book" panose="02000503050000020004"/>
            </a:endParaRPr>
          </a:p>
          <a:p>
            <a:pPr marL="342900" indent="-342900" algn="just">
              <a:buFont typeface="Wingdings" pitchFamily="2" charset="2"/>
              <a:buChar char="§"/>
            </a:pPr>
            <a:r>
              <a:rPr lang="en-PH" sz="2800" b="0" i="0" u="none" strike="noStrike" dirty="0">
                <a:solidFill>
                  <a:srgbClr val="000000"/>
                </a:solidFill>
                <a:effectLst/>
                <a:latin typeface="Clan-Book" panose="02000503050000020004"/>
              </a:rPr>
              <a:t>It is used to manage the flow of application.</a:t>
            </a:r>
          </a:p>
          <a:p>
            <a:pPr marL="342900" indent="-342900" algn="just">
              <a:buFont typeface="Wingdings" pitchFamily="2" charset="2"/>
              <a:buChar char="§"/>
            </a:pPr>
            <a:endParaRPr lang="en-PH" sz="2800" b="0" i="0" u="none" strike="noStrike" dirty="0">
              <a:solidFill>
                <a:srgbClr val="000000"/>
              </a:solidFill>
              <a:effectLst/>
              <a:latin typeface="Clan-Book" panose="02000503050000020004"/>
            </a:endParaRPr>
          </a:p>
          <a:p>
            <a:pPr marL="342900" indent="-34290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PH" sz="2800" b="0" i="0" u="none" strike="noStrike" dirty="0">
                <a:solidFill>
                  <a:srgbClr val="000000"/>
                </a:solidFill>
                <a:effectLst/>
                <a:latin typeface="Clan-Book" panose="02000503050000020004"/>
              </a:rPr>
              <a:t>It translates the user's interactions with the view into actions that the model will perform. </a:t>
            </a:r>
          </a:p>
          <a:p>
            <a:pPr marL="342900" indent="-34290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PH" sz="2800" dirty="0">
              <a:solidFill>
                <a:srgbClr val="000000"/>
              </a:solidFill>
              <a:latin typeface="Clan-Book" panose="02000503050000020004"/>
            </a:endParaRPr>
          </a:p>
          <a:p>
            <a:pPr marL="342900" indent="-34290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PH" sz="2800" b="0" i="0" u="none" strike="noStrike" dirty="0">
                <a:solidFill>
                  <a:srgbClr val="000000"/>
                </a:solidFill>
                <a:effectLst/>
                <a:latin typeface="Clan-Book" panose="02000503050000020004"/>
              </a:rPr>
              <a:t>In a stand-alone GUI client, user interactions could be button clicks or menu selections.</a:t>
            </a:r>
          </a:p>
          <a:p>
            <a:pPr marL="0" indent="0" algn="l">
              <a:lnSpc>
                <a:spcPct val="100000"/>
              </a:lnSpc>
              <a:buNone/>
            </a:pPr>
            <a:endParaRPr lang="en-PH" sz="2800" b="0" i="0" u="none" strike="noStrike" dirty="0">
              <a:solidFill>
                <a:srgbClr val="000000"/>
              </a:solidFill>
              <a:effectLst/>
              <a:latin typeface="Clan-Book" panose="02000503050000020004"/>
            </a:endParaRPr>
          </a:p>
          <a:p>
            <a:pPr marL="342900" indent="-34290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PH" sz="2800" b="0" i="0" u="none" strike="noStrike" dirty="0">
                <a:solidFill>
                  <a:srgbClr val="000000"/>
                </a:solidFill>
                <a:effectLst/>
                <a:latin typeface="+mn-lt"/>
              </a:rPr>
              <a:t>In the context of Java Swing, 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+mn-lt"/>
              </a:rPr>
              <a:t>A controller contains application code that is performed in response to a user interaction (mouse motion, mouse click, key press, etc.). Controllers may require input in order to function and provide output. They read information from models and update them as a result of the execution. In Swing, a controller is often implemented via an </a:t>
            </a:r>
            <a:r>
              <a:rPr lang="en-US" sz="2800" b="1" i="1" u="none" strike="noStrike" dirty="0">
                <a:solidFill>
                  <a:srgbClr val="0070C0"/>
                </a:solidFill>
                <a:effectLst/>
                <a:latin typeface="+mn-lt"/>
              </a:rPr>
              <a:t>ActionListener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+mn-lt"/>
              </a:rPr>
              <a:t> or </a:t>
            </a:r>
            <a:r>
              <a:rPr lang="en-US" sz="2800" b="1" i="1" u="none" strike="noStrike" dirty="0">
                <a:solidFill>
                  <a:srgbClr val="0070C0"/>
                </a:solidFill>
                <a:effectLst/>
                <a:latin typeface="+mn-lt"/>
              </a:rPr>
              <a:t>Action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+mn-lt"/>
              </a:rPr>
              <a:t>.</a:t>
            </a:r>
          </a:p>
          <a:p>
            <a:pPr marL="342900" indent="-34290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PH" sz="2800" b="0" i="0" u="none" strike="noStrike" dirty="0">
              <a:solidFill>
                <a:srgbClr val="000000"/>
              </a:solidFill>
              <a:effectLst/>
              <a:latin typeface="Clan-Book" panose="0200050305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38338597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A030E-85A6-9AAA-B43F-19FB21AE1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65671"/>
            <a:ext cx="10515600" cy="2926658"/>
          </a:xfrm>
        </p:spPr>
        <p:txBody>
          <a:bodyPr>
            <a:normAutofit/>
          </a:bodyPr>
          <a:lstStyle/>
          <a:p>
            <a:pPr algn="ctr"/>
            <a:r>
              <a:rPr lang="en-PH" sz="5400" b="1" dirty="0">
                <a:latin typeface="+mn-lt"/>
              </a:rPr>
              <a:t>Thank </a:t>
            </a:r>
            <a:r>
              <a:rPr lang="en-PH" sz="5400" b="1" dirty="0" err="1">
                <a:latin typeface="+mn-lt"/>
              </a:rPr>
              <a:t>youuu</a:t>
            </a:r>
            <a:r>
              <a:rPr lang="en-PH" sz="5400" b="1" dirty="0">
                <a:latin typeface="+mn-lt"/>
              </a:rPr>
              <a:t>!!</a:t>
            </a:r>
            <a:endParaRPr lang="en-PH" sz="5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326113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BE22A5FA3A2044CB9CD88DCBEA97603" ma:contentTypeVersion="14" ma:contentTypeDescription="Create a new document." ma:contentTypeScope="" ma:versionID="add9614137543b78dcbd012fba14612c">
  <xsd:schema xmlns:xsd="http://www.w3.org/2001/XMLSchema" xmlns:xs="http://www.w3.org/2001/XMLSchema" xmlns:p="http://schemas.microsoft.com/office/2006/metadata/properties" xmlns:ns2="9a780629-4d19-4bb9-9056-9a589cd4d271" xmlns:ns3="6de439ce-b7a3-4fe1-9235-7bacf5677901" targetNamespace="http://schemas.microsoft.com/office/2006/metadata/properties" ma:root="true" ma:fieldsID="ff15d42874a67466ae73f4094a57046d" ns2:_="" ns3:_="">
    <xsd:import namespace="9a780629-4d19-4bb9-9056-9a589cd4d271"/>
    <xsd:import namespace="6de439ce-b7a3-4fe1-9235-7bacf567790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780629-4d19-4bb9-9056-9a589cd4d27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0475df7c-731a-48f9-b587-d0ce67fd34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e439ce-b7a3-4fe1-9235-7bacf5677901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7220bbd5-5dd0-4cc5-8ff1-a93b22e2889e}" ma:internalName="TaxCatchAll" ma:showField="CatchAllData" ma:web="6de439ce-b7a3-4fe1-9235-7bacf567790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de439ce-b7a3-4fe1-9235-7bacf5677901" xsi:nil="true"/>
    <lcf76f155ced4ddcb4097134ff3c332f xmlns="9a780629-4d19-4bb9-9056-9a589cd4d27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656A24E-CBB4-42F4-A5DE-BFFB5C9B87DC}"/>
</file>

<file path=customXml/itemProps2.xml><?xml version="1.0" encoding="utf-8"?>
<ds:datastoreItem xmlns:ds="http://schemas.openxmlformats.org/officeDocument/2006/customXml" ds:itemID="{B4F17401-7E23-45DF-9A08-E386BC811FC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D39F0FF-A358-4D9F-8976-BEE96A36A48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4da98b77-e5c5-4b36-b9de-c114a2c2c848"/>
    <ds:schemaRef ds:uri="e7da3552-a5ce-4fbc-b6a0-d009838d080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3255</TotalTime>
  <Words>639</Words>
  <Application>Microsoft Office PowerPoint</Application>
  <PresentationFormat>Widescreen</PresentationFormat>
  <Paragraphs>109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Arial</vt:lpstr>
      <vt:lpstr>Calibri</vt:lpstr>
      <vt:lpstr>Calibri Light</vt:lpstr>
      <vt:lpstr>Clan-Book</vt:lpstr>
      <vt:lpstr>Clan-Medium</vt:lpstr>
      <vt:lpstr>Eras Bold ITC</vt:lpstr>
      <vt:lpstr>Eras Demi ITC</vt:lpstr>
      <vt:lpstr>Wingdings</vt:lpstr>
      <vt:lpstr>Office Theme</vt:lpstr>
      <vt:lpstr>Design Patterns</vt:lpstr>
      <vt:lpstr>Outline</vt:lpstr>
      <vt:lpstr>Design Patterns</vt:lpstr>
      <vt:lpstr>Benefits of using Design Patterns</vt:lpstr>
      <vt:lpstr>Outline</vt:lpstr>
      <vt:lpstr>Types of Design Patterns</vt:lpstr>
      <vt:lpstr>Types of Design Patterns</vt:lpstr>
      <vt:lpstr>Outline</vt:lpstr>
      <vt:lpstr>Model-View-Controller</vt:lpstr>
      <vt:lpstr>MVC Architecture Pattern</vt:lpstr>
      <vt:lpstr>Model Layer</vt:lpstr>
      <vt:lpstr>View Layer</vt:lpstr>
      <vt:lpstr>Controller Layer</vt:lpstr>
      <vt:lpstr>Thank youuu!!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Ryan Richard H. Guadana</dc:creator>
  <cp:lastModifiedBy>Cyrus RJ W. Robles</cp:lastModifiedBy>
  <cp:revision>63</cp:revision>
  <dcterms:created xsi:type="dcterms:W3CDTF">2020-08-03T03:06:31Z</dcterms:created>
  <dcterms:modified xsi:type="dcterms:W3CDTF">2024-05-23T07:51:21Z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0x0101000BE22A5FA3A2044CB9CD88DCBEA97603</vt:lpwstr>
  </property>
</Properties>
</file>